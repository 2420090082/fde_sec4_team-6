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restbird">
    <p:spTree>
      <p:nvGrpSpPr>
        <p:cNvPr id="1" name=""/>
        <p:cNvGrpSpPr/>
        <p:nvPr/>
      </p:nvGrpSpPr>
      <p:grpSpPr>
        <a:xfrm>
          <a:off x="0" y="0"/>
          <a:ext cx="0" cy="0"/>
          <a:chOff x="0" y="0"/>
          <a:chExt cx="0" cy="0"/>
        </a:xfrm>
      </p:grpSpPr>
      <p:sp>
        <p:nvSpPr>
          <p:cNvPr id="2" name=""/>
          <p:cNvSpPr/>
          <p:nvPr/>
        </p:nvSpPr>
        <p:spPr>
          <a:xfrm>
            <a:off x="0" y="5039640"/>
            <a:ext cx="10080000" cy="630000"/>
          </a:xfrm>
          <a:prstGeom prst="rect">
            <a:avLst/>
          </a:prstGeom>
          <a:solidFill>
            <a:srgbClr val="9ecf6c"/>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nvGrpSpPr>
          <p:cNvPr id="3" name=""/>
          <p:cNvGrpSpPr/>
          <p:nvPr/>
        </p:nvGrpSpPr>
        <p:grpSpPr>
          <a:xfrm>
            <a:off x="2727000" y="4707720"/>
            <a:ext cx="507240" cy="664200"/>
            <a:chOff x="2727000" y="4707720"/>
            <a:chExt cx="507240" cy="664200"/>
          </a:xfrm>
        </p:grpSpPr>
        <p:sp>
          <p:nvSpPr>
            <p:cNvPr id="4" name=""/>
            <p:cNvSpPr/>
            <p:nvPr/>
          </p:nvSpPr>
          <p:spPr>
            <a:xfrm>
              <a:off x="3145320" y="5162760"/>
              <a:ext cx="88920" cy="97200"/>
            </a:xfrm>
            <a:custGeom>
              <a:avLst/>
              <a:gdLst/>
              <a:ahLst/>
              <a:rect l="0" t="0" r="r" b="b"/>
              <a:pathLst>
                <a:path w="247" h="270">
                  <a:moveTo>
                    <a:pt x="247" y="135"/>
                  </a:moveTo>
                  <a:cubicBezTo>
                    <a:pt x="247" y="159"/>
                    <a:pt x="241" y="182"/>
                    <a:pt x="230" y="203"/>
                  </a:cubicBezTo>
                  <a:cubicBezTo>
                    <a:pt x="219" y="223"/>
                    <a:pt x="204" y="240"/>
                    <a:pt x="185" y="252"/>
                  </a:cubicBezTo>
                  <a:cubicBezTo>
                    <a:pt x="166" y="264"/>
                    <a:pt x="145" y="270"/>
                    <a:pt x="124" y="270"/>
                  </a:cubicBezTo>
                  <a:cubicBezTo>
                    <a:pt x="102" y="270"/>
                    <a:pt x="81" y="264"/>
                    <a:pt x="62" y="252"/>
                  </a:cubicBezTo>
                  <a:cubicBezTo>
                    <a:pt x="43" y="240"/>
                    <a:pt x="28" y="223"/>
                    <a:pt x="17" y="203"/>
                  </a:cubicBezTo>
                  <a:cubicBezTo>
                    <a:pt x="6" y="182"/>
                    <a:pt x="0" y="159"/>
                    <a:pt x="0" y="135"/>
                  </a:cubicBezTo>
                  <a:cubicBezTo>
                    <a:pt x="0" y="111"/>
                    <a:pt x="6" y="88"/>
                    <a:pt x="17" y="67"/>
                  </a:cubicBezTo>
                  <a:cubicBezTo>
                    <a:pt x="28" y="47"/>
                    <a:pt x="43" y="30"/>
                    <a:pt x="62" y="18"/>
                  </a:cubicBezTo>
                  <a:cubicBezTo>
                    <a:pt x="81" y="6"/>
                    <a:pt x="102" y="0"/>
                    <a:pt x="124" y="0"/>
                  </a:cubicBezTo>
                  <a:cubicBezTo>
                    <a:pt x="145" y="0"/>
                    <a:pt x="166" y="6"/>
                    <a:pt x="185" y="18"/>
                  </a:cubicBezTo>
                  <a:cubicBezTo>
                    <a:pt x="204" y="30"/>
                    <a:pt x="219" y="47"/>
                    <a:pt x="230" y="67"/>
                  </a:cubicBezTo>
                  <a:cubicBezTo>
                    <a:pt x="241" y="88"/>
                    <a:pt x="247" y="111"/>
                    <a:pt x="247" y="1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 name=""/>
            <p:cNvSpPr/>
            <p:nvPr/>
          </p:nvSpPr>
          <p:spPr>
            <a:xfrm>
              <a:off x="3048120" y="5151600"/>
              <a:ext cx="153720" cy="193680"/>
            </a:xfrm>
            <a:custGeom>
              <a:avLst/>
              <a:gdLst/>
              <a:ahLst/>
              <a:rect l="0" t="0" r="r" b="b"/>
              <a:pathLst>
                <a:path w="427" h="538">
                  <a:moveTo>
                    <a:pt x="403" y="452"/>
                  </a:moveTo>
                  <a:cubicBezTo>
                    <a:pt x="495" y="104"/>
                    <a:pt x="301" y="151"/>
                    <a:pt x="250" y="0"/>
                  </a:cubicBezTo>
                  <a:cubicBezTo>
                    <a:pt x="177" y="36"/>
                    <a:pt x="104" y="71"/>
                    <a:pt x="31" y="107"/>
                  </a:cubicBezTo>
                  <a:cubicBezTo>
                    <a:pt x="31" y="104"/>
                    <a:pt x="-36" y="440"/>
                    <a:pt x="28" y="514"/>
                  </a:cubicBezTo>
                  <a:cubicBezTo>
                    <a:pt x="78" y="569"/>
                    <a:pt x="384" y="523"/>
                    <a:pt x="403" y="45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 name=""/>
            <p:cNvSpPr/>
            <p:nvPr/>
          </p:nvSpPr>
          <p:spPr>
            <a:xfrm>
              <a:off x="3058920" y="5259600"/>
              <a:ext cx="91080" cy="46800"/>
            </a:xfrm>
            <a:custGeom>
              <a:avLst/>
              <a:gdLst/>
              <a:ahLst/>
              <a:rect l="0" t="0" r="r" b="b"/>
              <a:pathLst>
                <a:path w="253" h="130">
                  <a:moveTo>
                    <a:pt x="34" y="62"/>
                  </a:moveTo>
                  <a:cubicBezTo>
                    <a:pt x="52" y="43"/>
                    <a:pt x="74" y="25"/>
                    <a:pt x="99" y="16"/>
                  </a:cubicBezTo>
                  <a:cubicBezTo>
                    <a:pt x="148" y="-6"/>
                    <a:pt x="204" y="-6"/>
                    <a:pt x="253" y="13"/>
                  </a:cubicBezTo>
                  <a:cubicBezTo>
                    <a:pt x="200" y="13"/>
                    <a:pt x="154" y="16"/>
                    <a:pt x="108" y="37"/>
                  </a:cubicBezTo>
                  <a:cubicBezTo>
                    <a:pt x="87" y="46"/>
                    <a:pt x="65" y="59"/>
                    <a:pt x="47" y="74"/>
                  </a:cubicBezTo>
                  <a:cubicBezTo>
                    <a:pt x="31" y="90"/>
                    <a:pt x="13" y="108"/>
                    <a:pt x="0" y="130"/>
                  </a:cubicBezTo>
                  <a:cubicBezTo>
                    <a:pt x="4" y="105"/>
                    <a:pt x="15" y="80"/>
                    <a:pt x="34" y="6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7" name=""/>
            <p:cNvSpPr/>
            <p:nvPr/>
          </p:nvSpPr>
          <p:spPr>
            <a:xfrm>
              <a:off x="2947320" y="5136120"/>
              <a:ext cx="131040" cy="235800"/>
            </a:xfrm>
            <a:custGeom>
              <a:avLst/>
              <a:gdLst/>
              <a:ahLst/>
              <a:rect l="0" t="0" r="r" b="b"/>
              <a:pathLst>
                <a:path w="364" h="655">
                  <a:moveTo>
                    <a:pt x="290" y="615"/>
                  </a:moveTo>
                  <a:cubicBezTo>
                    <a:pt x="364" y="538"/>
                    <a:pt x="361" y="197"/>
                    <a:pt x="364" y="27"/>
                  </a:cubicBezTo>
                  <a:cubicBezTo>
                    <a:pt x="259" y="18"/>
                    <a:pt x="154" y="9"/>
                    <a:pt x="50" y="0"/>
                  </a:cubicBezTo>
                  <a:cubicBezTo>
                    <a:pt x="47" y="0"/>
                    <a:pt x="-39" y="541"/>
                    <a:pt x="22" y="615"/>
                  </a:cubicBezTo>
                  <a:cubicBezTo>
                    <a:pt x="68" y="670"/>
                    <a:pt x="238" y="667"/>
                    <a:pt x="290" y="61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 name=""/>
            <p:cNvSpPr/>
            <p:nvPr/>
          </p:nvSpPr>
          <p:spPr>
            <a:xfrm>
              <a:off x="2832480" y="5136120"/>
              <a:ext cx="131040" cy="235800"/>
            </a:xfrm>
            <a:custGeom>
              <a:avLst/>
              <a:gdLst/>
              <a:ahLst/>
              <a:rect l="0" t="0" r="r" b="b"/>
              <a:pathLst>
                <a:path w="364" h="655">
                  <a:moveTo>
                    <a:pt x="74" y="615"/>
                  </a:moveTo>
                  <a:cubicBezTo>
                    <a:pt x="0" y="538"/>
                    <a:pt x="3" y="197"/>
                    <a:pt x="0" y="27"/>
                  </a:cubicBezTo>
                  <a:cubicBezTo>
                    <a:pt x="105" y="18"/>
                    <a:pt x="209" y="9"/>
                    <a:pt x="314" y="0"/>
                  </a:cubicBezTo>
                  <a:cubicBezTo>
                    <a:pt x="323" y="205"/>
                    <a:pt x="403" y="541"/>
                    <a:pt x="341" y="615"/>
                  </a:cubicBezTo>
                  <a:cubicBezTo>
                    <a:pt x="295" y="670"/>
                    <a:pt x="126" y="667"/>
                    <a:pt x="74" y="61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 name=""/>
            <p:cNvSpPr/>
            <p:nvPr/>
          </p:nvSpPr>
          <p:spPr>
            <a:xfrm>
              <a:off x="2950920" y="5262120"/>
              <a:ext cx="9000" cy="95400"/>
            </a:xfrm>
            <a:custGeom>
              <a:avLst/>
              <a:gdLst/>
              <a:ahLst/>
              <a:rect l="0" t="0" r="r" b="b"/>
              <a:pathLst>
                <a:path w="25" h="265">
                  <a:moveTo>
                    <a:pt x="0" y="133"/>
                  </a:moveTo>
                  <a:cubicBezTo>
                    <a:pt x="0" y="90"/>
                    <a:pt x="3" y="44"/>
                    <a:pt x="12" y="0"/>
                  </a:cubicBezTo>
                  <a:cubicBezTo>
                    <a:pt x="21" y="44"/>
                    <a:pt x="25" y="90"/>
                    <a:pt x="25" y="133"/>
                  </a:cubicBezTo>
                  <a:cubicBezTo>
                    <a:pt x="21" y="179"/>
                    <a:pt x="21" y="222"/>
                    <a:pt x="12" y="265"/>
                  </a:cubicBezTo>
                  <a:cubicBezTo>
                    <a:pt x="3" y="222"/>
                    <a:pt x="0" y="176"/>
                    <a:pt x="0" y="13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 name=""/>
            <p:cNvSpPr/>
            <p:nvPr/>
          </p:nvSpPr>
          <p:spPr>
            <a:xfrm>
              <a:off x="2855520" y="5127120"/>
              <a:ext cx="199440" cy="192600"/>
            </a:xfrm>
            <a:custGeom>
              <a:avLst/>
              <a:gdLst/>
              <a:ahLst/>
              <a:rect l="0" t="0" r="r" b="b"/>
              <a:pathLst>
                <a:path w="554" h="535">
                  <a:moveTo>
                    <a:pt x="277" y="535"/>
                  </a:moveTo>
                  <a:cubicBezTo>
                    <a:pt x="185" y="440"/>
                    <a:pt x="0" y="390"/>
                    <a:pt x="0" y="252"/>
                  </a:cubicBezTo>
                  <a:cubicBezTo>
                    <a:pt x="0" y="113"/>
                    <a:pt x="123" y="0"/>
                    <a:pt x="277" y="0"/>
                  </a:cubicBezTo>
                  <a:cubicBezTo>
                    <a:pt x="431" y="0"/>
                    <a:pt x="554" y="113"/>
                    <a:pt x="554" y="252"/>
                  </a:cubicBezTo>
                  <a:cubicBezTo>
                    <a:pt x="554" y="390"/>
                    <a:pt x="369" y="440"/>
                    <a:pt x="277" y="5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 name=""/>
            <p:cNvSpPr/>
            <p:nvPr/>
          </p:nvSpPr>
          <p:spPr>
            <a:xfrm>
              <a:off x="3032640" y="4707720"/>
              <a:ext cx="150120" cy="291240"/>
            </a:xfrm>
            <a:custGeom>
              <a:avLst/>
              <a:gdLst/>
              <a:ahLst/>
              <a:rect l="0" t="0" r="r" b="b"/>
              <a:pathLst>
                <a:path w="417" h="809">
                  <a:moveTo>
                    <a:pt x="37" y="354"/>
                  </a:moveTo>
                  <a:cubicBezTo>
                    <a:pt x="21" y="677"/>
                    <a:pt x="12" y="629"/>
                    <a:pt x="0" y="766"/>
                  </a:cubicBezTo>
                  <a:cubicBezTo>
                    <a:pt x="57" y="780"/>
                    <a:pt x="115" y="795"/>
                    <a:pt x="172" y="809"/>
                  </a:cubicBezTo>
                  <a:cubicBezTo>
                    <a:pt x="243" y="686"/>
                    <a:pt x="163" y="778"/>
                    <a:pt x="384" y="440"/>
                  </a:cubicBezTo>
                  <a:cubicBezTo>
                    <a:pt x="464" y="314"/>
                    <a:pt x="378" y="18"/>
                    <a:pt x="329" y="0"/>
                  </a:cubicBezTo>
                  <a:cubicBezTo>
                    <a:pt x="298" y="-9"/>
                    <a:pt x="43" y="188"/>
                    <a:pt x="37" y="35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 name=""/>
            <p:cNvSpPr/>
            <p:nvPr/>
          </p:nvSpPr>
          <p:spPr>
            <a:xfrm>
              <a:off x="3044520" y="4766040"/>
              <a:ext cx="109080" cy="230040"/>
            </a:xfrm>
            <a:custGeom>
              <a:avLst/>
              <a:gdLst/>
              <a:ahLst/>
              <a:rect l="0" t="0" r="r" b="b"/>
              <a:pathLst>
                <a:path w="303" h="639">
                  <a:moveTo>
                    <a:pt x="77" y="209"/>
                  </a:moveTo>
                  <a:cubicBezTo>
                    <a:pt x="19" y="522"/>
                    <a:pt x="26" y="477"/>
                    <a:pt x="0" y="611"/>
                  </a:cubicBezTo>
                  <a:cubicBezTo>
                    <a:pt x="38" y="621"/>
                    <a:pt x="76" y="630"/>
                    <a:pt x="114" y="639"/>
                  </a:cubicBezTo>
                  <a:cubicBezTo>
                    <a:pt x="169" y="512"/>
                    <a:pt x="114" y="617"/>
                    <a:pt x="280" y="257"/>
                  </a:cubicBezTo>
                  <a:cubicBezTo>
                    <a:pt x="324" y="166"/>
                    <a:pt x="299" y="15"/>
                    <a:pt x="253" y="0"/>
                  </a:cubicBezTo>
                  <a:cubicBezTo>
                    <a:pt x="222" y="-9"/>
                    <a:pt x="102" y="80"/>
                    <a:pt x="77" y="20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 name=""/>
            <p:cNvSpPr/>
            <p:nvPr/>
          </p:nvSpPr>
          <p:spPr>
            <a:xfrm>
              <a:off x="2727000" y="4707720"/>
              <a:ext cx="150840" cy="291240"/>
            </a:xfrm>
            <a:custGeom>
              <a:avLst/>
              <a:gdLst/>
              <a:ahLst/>
              <a:rect l="0" t="0" r="r" b="b"/>
              <a:pathLst>
                <a:path w="419" h="809">
                  <a:moveTo>
                    <a:pt x="382" y="354"/>
                  </a:moveTo>
                  <a:cubicBezTo>
                    <a:pt x="397" y="677"/>
                    <a:pt x="406" y="629"/>
                    <a:pt x="419" y="766"/>
                  </a:cubicBezTo>
                  <a:cubicBezTo>
                    <a:pt x="361" y="780"/>
                    <a:pt x="304" y="795"/>
                    <a:pt x="247" y="809"/>
                  </a:cubicBezTo>
                  <a:cubicBezTo>
                    <a:pt x="176" y="686"/>
                    <a:pt x="256" y="778"/>
                    <a:pt x="34" y="440"/>
                  </a:cubicBezTo>
                  <a:cubicBezTo>
                    <a:pt x="-49" y="314"/>
                    <a:pt x="40" y="18"/>
                    <a:pt x="90" y="0"/>
                  </a:cubicBezTo>
                  <a:cubicBezTo>
                    <a:pt x="120" y="-9"/>
                    <a:pt x="376" y="188"/>
                    <a:pt x="382" y="35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 name=""/>
            <p:cNvSpPr/>
            <p:nvPr/>
          </p:nvSpPr>
          <p:spPr>
            <a:xfrm>
              <a:off x="2756520" y="4766040"/>
              <a:ext cx="109080" cy="231120"/>
            </a:xfrm>
            <a:custGeom>
              <a:avLst/>
              <a:gdLst/>
              <a:ahLst/>
              <a:rect l="0" t="0" r="r" b="b"/>
              <a:pathLst>
                <a:path w="303" h="642">
                  <a:moveTo>
                    <a:pt x="226" y="209"/>
                  </a:moveTo>
                  <a:cubicBezTo>
                    <a:pt x="285" y="522"/>
                    <a:pt x="277" y="477"/>
                    <a:pt x="303" y="611"/>
                  </a:cubicBezTo>
                  <a:cubicBezTo>
                    <a:pt x="266" y="622"/>
                    <a:pt x="229" y="632"/>
                    <a:pt x="192" y="642"/>
                  </a:cubicBezTo>
                  <a:cubicBezTo>
                    <a:pt x="136" y="515"/>
                    <a:pt x="192" y="621"/>
                    <a:pt x="23" y="261"/>
                  </a:cubicBezTo>
                  <a:cubicBezTo>
                    <a:pt x="-20" y="166"/>
                    <a:pt x="1" y="15"/>
                    <a:pt x="51" y="0"/>
                  </a:cubicBezTo>
                  <a:cubicBezTo>
                    <a:pt x="81" y="-9"/>
                    <a:pt x="201" y="80"/>
                    <a:pt x="226" y="20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 name=""/>
            <p:cNvSpPr/>
            <p:nvPr/>
          </p:nvSpPr>
          <p:spPr>
            <a:xfrm>
              <a:off x="2752200" y="4884840"/>
              <a:ext cx="405720" cy="355680"/>
            </a:xfrm>
            <a:custGeom>
              <a:avLst/>
              <a:gdLst/>
              <a:ahLst/>
              <a:rect l="0" t="0" r="r" b="b"/>
              <a:pathLst>
                <a:path w="1127" h="988">
                  <a:moveTo>
                    <a:pt x="564" y="0"/>
                  </a:moveTo>
                  <a:cubicBezTo>
                    <a:pt x="874" y="0"/>
                    <a:pt x="1016" y="133"/>
                    <a:pt x="1016" y="317"/>
                  </a:cubicBezTo>
                  <a:cubicBezTo>
                    <a:pt x="1016" y="471"/>
                    <a:pt x="1249" y="699"/>
                    <a:pt x="1040" y="849"/>
                  </a:cubicBezTo>
                  <a:cubicBezTo>
                    <a:pt x="939" y="923"/>
                    <a:pt x="766" y="988"/>
                    <a:pt x="564" y="988"/>
                  </a:cubicBezTo>
                  <a:cubicBezTo>
                    <a:pt x="361" y="988"/>
                    <a:pt x="189" y="923"/>
                    <a:pt x="87" y="849"/>
                  </a:cubicBezTo>
                  <a:cubicBezTo>
                    <a:pt x="-122" y="696"/>
                    <a:pt x="112" y="471"/>
                    <a:pt x="112" y="317"/>
                  </a:cubicBezTo>
                  <a:cubicBezTo>
                    <a:pt x="112" y="133"/>
                    <a:pt x="250" y="0"/>
                    <a:pt x="564"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 name=""/>
            <p:cNvSpPr/>
            <p:nvPr/>
          </p:nvSpPr>
          <p:spPr>
            <a:xfrm>
              <a:off x="2776680" y="4933440"/>
              <a:ext cx="354600" cy="294120"/>
            </a:xfrm>
            <a:custGeom>
              <a:avLst/>
              <a:gdLst/>
              <a:ahLst/>
              <a:rect l="0" t="0" r="r" b="b"/>
              <a:pathLst>
                <a:path w="985" h="817">
                  <a:moveTo>
                    <a:pt x="536" y="27"/>
                  </a:moveTo>
                  <a:cubicBezTo>
                    <a:pt x="509" y="-10"/>
                    <a:pt x="484" y="-10"/>
                    <a:pt x="456" y="27"/>
                  </a:cubicBezTo>
                  <a:cubicBezTo>
                    <a:pt x="392" y="110"/>
                    <a:pt x="290" y="289"/>
                    <a:pt x="284" y="437"/>
                  </a:cubicBezTo>
                  <a:cubicBezTo>
                    <a:pt x="167" y="421"/>
                    <a:pt x="35" y="427"/>
                    <a:pt x="7" y="489"/>
                  </a:cubicBezTo>
                  <a:cubicBezTo>
                    <a:pt x="-45" y="611"/>
                    <a:pt x="201" y="817"/>
                    <a:pt x="493" y="817"/>
                  </a:cubicBezTo>
                  <a:cubicBezTo>
                    <a:pt x="789" y="817"/>
                    <a:pt x="1031" y="611"/>
                    <a:pt x="978" y="489"/>
                  </a:cubicBezTo>
                  <a:cubicBezTo>
                    <a:pt x="958" y="427"/>
                    <a:pt x="822" y="421"/>
                    <a:pt x="709" y="437"/>
                  </a:cubicBezTo>
                  <a:cubicBezTo>
                    <a:pt x="702" y="289"/>
                    <a:pt x="601" y="110"/>
                    <a:pt x="536"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 name=""/>
            <p:cNvSpPr/>
            <p:nvPr/>
          </p:nvSpPr>
          <p:spPr>
            <a:xfrm>
              <a:off x="2871360" y="5143680"/>
              <a:ext cx="167760" cy="60840"/>
            </a:xfrm>
            <a:custGeom>
              <a:avLst/>
              <a:gdLst/>
              <a:ahLst/>
              <a:rect l="0" t="0" r="r" b="b"/>
              <a:pathLst>
                <a:path w="466" h="169">
                  <a:moveTo>
                    <a:pt x="372" y="62"/>
                  </a:moveTo>
                  <a:cubicBezTo>
                    <a:pt x="338" y="65"/>
                    <a:pt x="301" y="56"/>
                    <a:pt x="273" y="37"/>
                  </a:cubicBezTo>
                  <a:cubicBezTo>
                    <a:pt x="258" y="28"/>
                    <a:pt x="246" y="16"/>
                    <a:pt x="233" y="0"/>
                  </a:cubicBezTo>
                  <a:cubicBezTo>
                    <a:pt x="224" y="16"/>
                    <a:pt x="209" y="28"/>
                    <a:pt x="193" y="37"/>
                  </a:cubicBezTo>
                  <a:cubicBezTo>
                    <a:pt x="162" y="56"/>
                    <a:pt x="129" y="65"/>
                    <a:pt x="95" y="62"/>
                  </a:cubicBezTo>
                  <a:cubicBezTo>
                    <a:pt x="61" y="62"/>
                    <a:pt x="27" y="49"/>
                    <a:pt x="2" y="28"/>
                  </a:cubicBezTo>
                  <a:cubicBezTo>
                    <a:pt x="-13" y="16"/>
                    <a:pt x="67" y="169"/>
                    <a:pt x="233" y="169"/>
                  </a:cubicBezTo>
                  <a:cubicBezTo>
                    <a:pt x="399" y="169"/>
                    <a:pt x="479" y="16"/>
                    <a:pt x="464" y="28"/>
                  </a:cubicBezTo>
                  <a:cubicBezTo>
                    <a:pt x="439" y="46"/>
                    <a:pt x="406" y="59"/>
                    <a:pt x="372" y="6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8" name=""/>
            <p:cNvSpPr/>
            <p:nvPr/>
          </p:nvSpPr>
          <p:spPr>
            <a:xfrm>
              <a:off x="2999880" y="4977000"/>
              <a:ext cx="98280" cy="116640"/>
            </a:xfrm>
            <a:custGeom>
              <a:avLst/>
              <a:gdLst/>
              <a:ahLst/>
              <a:rect l="0" t="0" r="r" b="b"/>
              <a:pathLst>
                <a:path w="273" h="324">
                  <a:moveTo>
                    <a:pt x="95" y="8"/>
                  </a:moveTo>
                  <a:cubicBezTo>
                    <a:pt x="187" y="-29"/>
                    <a:pt x="249" y="60"/>
                    <a:pt x="264" y="109"/>
                  </a:cubicBezTo>
                  <a:cubicBezTo>
                    <a:pt x="289" y="183"/>
                    <a:pt x="258" y="266"/>
                    <a:pt x="249" y="285"/>
                  </a:cubicBezTo>
                  <a:cubicBezTo>
                    <a:pt x="242" y="297"/>
                    <a:pt x="175" y="356"/>
                    <a:pt x="24" y="300"/>
                  </a:cubicBezTo>
                  <a:cubicBezTo>
                    <a:pt x="27" y="300"/>
                    <a:pt x="-13" y="217"/>
                    <a:pt x="5" y="140"/>
                  </a:cubicBezTo>
                  <a:cubicBezTo>
                    <a:pt x="35" y="96"/>
                    <a:pt x="15" y="39"/>
                    <a:pt x="95" y="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9" name=""/>
            <p:cNvSpPr/>
            <p:nvPr/>
          </p:nvSpPr>
          <p:spPr>
            <a:xfrm>
              <a:off x="3001320" y="4970520"/>
              <a:ext cx="102960" cy="126000"/>
            </a:xfrm>
            <a:custGeom>
              <a:avLst/>
              <a:gdLst/>
              <a:ahLst/>
              <a:rect l="0" t="0" r="r" b="b"/>
              <a:pathLst>
                <a:path w="286" h="350">
                  <a:moveTo>
                    <a:pt x="34" y="57"/>
                  </a:moveTo>
                  <a:cubicBezTo>
                    <a:pt x="47" y="41"/>
                    <a:pt x="59" y="29"/>
                    <a:pt x="74" y="20"/>
                  </a:cubicBezTo>
                  <a:cubicBezTo>
                    <a:pt x="80" y="14"/>
                    <a:pt x="90" y="10"/>
                    <a:pt x="99" y="7"/>
                  </a:cubicBezTo>
                  <a:cubicBezTo>
                    <a:pt x="108" y="4"/>
                    <a:pt x="117" y="1"/>
                    <a:pt x="127" y="1"/>
                  </a:cubicBezTo>
                  <a:cubicBezTo>
                    <a:pt x="164" y="-5"/>
                    <a:pt x="200" y="14"/>
                    <a:pt x="225" y="38"/>
                  </a:cubicBezTo>
                  <a:cubicBezTo>
                    <a:pt x="250" y="63"/>
                    <a:pt x="270" y="98"/>
                    <a:pt x="280" y="134"/>
                  </a:cubicBezTo>
                  <a:cubicBezTo>
                    <a:pt x="289" y="171"/>
                    <a:pt x="287" y="210"/>
                    <a:pt x="277" y="247"/>
                  </a:cubicBezTo>
                  <a:cubicBezTo>
                    <a:pt x="274" y="266"/>
                    <a:pt x="268" y="284"/>
                    <a:pt x="259" y="300"/>
                  </a:cubicBezTo>
                  <a:cubicBezTo>
                    <a:pt x="258" y="302"/>
                    <a:pt x="257" y="304"/>
                    <a:pt x="256" y="306"/>
                  </a:cubicBezTo>
                  <a:cubicBezTo>
                    <a:pt x="256" y="309"/>
                    <a:pt x="256" y="312"/>
                    <a:pt x="256" y="315"/>
                  </a:cubicBezTo>
                  <a:cubicBezTo>
                    <a:pt x="255" y="316"/>
                    <a:pt x="254" y="317"/>
                    <a:pt x="253" y="318"/>
                  </a:cubicBezTo>
                  <a:cubicBezTo>
                    <a:pt x="250" y="321"/>
                    <a:pt x="247" y="324"/>
                    <a:pt x="240" y="327"/>
                  </a:cubicBezTo>
                  <a:cubicBezTo>
                    <a:pt x="231" y="334"/>
                    <a:pt x="225" y="337"/>
                    <a:pt x="216" y="340"/>
                  </a:cubicBezTo>
                  <a:cubicBezTo>
                    <a:pt x="182" y="352"/>
                    <a:pt x="148" y="352"/>
                    <a:pt x="114" y="349"/>
                  </a:cubicBezTo>
                  <a:cubicBezTo>
                    <a:pt x="80" y="343"/>
                    <a:pt x="50" y="334"/>
                    <a:pt x="19" y="318"/>
                  </a:cubicBezTo>
                  <a:cubicBezTo>
                    <a:pt x="50" y="324"/>
                    <a:pt x="83" y="334"/>
                    <a:pt x="114" y="334"/>
                  </a:cubicBezTo>
                  <a:cubicBezTo>
                    <a:pt x="144" y="334"/>
                    <a:pt x="179" y="330"/>
                    <a:pt x="207" y="318"/>
                  </a:cubicBezTo>
                  <a:cubicBezTo>
                    <a:pt x="213" y="315"/>
                    <a:pt x="219" y="312"/>
                    <a:pt x="225" y="306"/>
                  </a:cubicBezTo>
                  <a:cubicBezTo>
                    <a:pt x="228" y="303"/>
                    <a:pt x="231" y="303"/>
                    <a:pt x="231" y="300"/>
                  </a:cubicBezTo>
                  <a:cubicBezTo>
                    <a:pt x="232" y="298"/>
                    <a:pt x="233" y="296"/>
                    <a:pt x="234" y="294"/>
                  </a:cubicBezTo>
                  <a:cubicBezTo>
                    <a:pt x="240" y="278"/>
                    <a:pt x="244" y="263"/>
                    <a:pt x="250" y="247"/>
                  </a:cubicBezTo>
                  <a:cubicBezTo>
                    <a:pt x="256" y="214"/>
                    <a:pt x="259" y="180"/>
                    <a:pt x="250" y="149"/>
                  </a:cubicBezTo>
                  <a:cubicBezTo>
                    <a:pt x="244" y="118"/>
                    <a:pt x="225" y="90"/>
                    <a:pt x="204" y="69"/>
                  </a:cubicBezTo>
                  <a:cubicBezTo>
                    <a:pt x="182" y="47"/>
                    <a:pt x="154" y="32"/>
                    <a:pt x="127" y="35"/>
                  </a:cubicBezTo>
                  <a:cubicBezTo>
                    <a:pt x="120" y="35"/>
                    <a:pt x="111" y="35"/>
                    <a:pt x="105" y="38"/>
                  </a:cubicBezTo>
                  <a:cubicBezTo>
                    <a:pt x="99" y="41"/>
                    <a:pt x="90" y="41"/>
                    <a:pt x="84" y="44"/>
                  </a:cubicBezTo>
                  <a:cubicBezTo>
                    <a:pt x="68" y="50"/>
                    <a:pt x="56" y="60"/>
                    <a:pt x="47" y="72"/>
                  </a:cubicBezTo>
                  <a:cubicBezTo>
                    <a:pt x="25" y="90"/>
                    <a:pt x="10" y="121"/>
                    <a:pt x="0" y="158"/>
                  </a:cubicBezTo>
                  <a:cubicBezTo>
                    <a:pt x="0" y="121"/>
                    <a:pt x="13" y="87"/>
                    <a:pt x="34" y="5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 name=""/>
            <p:cNvSpPr/>
            <p:nvPr/>
          </p:nvSpPr>
          <p:spPr>
            <a:xfrm>
              <a:off x="3014640" y="5004720"/>
              <a:ext cx="57600" cy="70560"/>
            </a:xfrm>
            <a:custGeom>
              <a:avLst/>
              <a:gdLst/>
              <a:ahLst/>
              <a:rect l="0" t="0" r="r" b="b"/>
              <a:pathLst>
                <a:path w="160" h="196">
                  <a:moveTo>
                    <a:pt x="160" y="98"/>
                  </a:moveTo>
                  <a:cubicBezTo>
                    <a:pt x="160" y="115"/>
                    <a:pt x="157" y="132"/>
                    <a:pt x="150" y="147"/>
                  </a:cubicBezTo>
                  <a:cubicBezTo>
                    <a:pt x="143" y="162"/>
                    <a:pt x="132" y="174"/>
                    <a:pt x="120" y="183"/>
                  </a:cubicBezTo>
                  <a:cubicBezTo>
                    <a:pt x="107" y="191"/>
                    <a:pt x="94" y="196"/>
                    <a:pt x="80" y="196"/>
                  </a:cubicBezTo>
                  <a:cubicBezTo>
                    <a:pt x="66" y="196"/>
                    <a:pt x="52" y="191"/>
                    <a:pt x="40" y="183"/>
                  </a:cubicBezTo>
                  <a:cubicBezTo>
                    <a:pt x="27" y="174"/>
                    <a:pt x="18" y="162"/>
                    <a:pt x="11" y="147"/>
                  </a:cubicBezTo>
                  <a:cubicBezTo>
                    <a:pt x="4" y="132"/>
                    <a:pt x="0" y="115"/>
                    <a:pt x="0" y="98"/>
                  </a:cubicBezTo>
                  <a:cubicBezTo>
                    <a:pt x="0" y="81"/>
                    <a:pt x="4" y="64"/>
                    <a:pt x="11" y="49"/>
                  </a:cubicBezTo>
                  <a:cubicBezTo>
                    <a:pt x="18" y="34"/>
                    <a:pt x="27" y="21"/>
                    <a:pt x="40" y="13"/>
                  </a:cubicBezTo>
                  <a:cubicBezTo>
                    <a:pt x="52" y="4"/>
                    <a:pt x="66" y="0"/>
                    <a:pt x="80" y="0"/>
                  </a:cubicBezTo>
                  <a:cubicBezTo>
                    <a:pt x="94" y="0"/>
                    <a:pt x="107" y="4"/>
                    <a:pt x="120" y="13"/>
                  </a:cubicBezTo>
                  <a:cubicBezTo>
                    <a:pt x="132" y="21"/>
                    <a:pt x="143" y="34"/>
                    <a:pt x="150" y="49"/>
                  </a:cubicBezTo>
                  <a:cubicBezTo>
                    <a:pt x="157" y="64"/>
                    <a:pt x="160" y="81"/>
                    <a:pt x="160" y="9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 name=""/>
            <p:cNvSpPr/>
            <p:nvPr/>
          </p:nvSpPr>
          <p:spPr>
            <a:xfrm>
              <a:off x="2812320" y="4977000"/>
              <a:ext cx="97200" cy="116640"/>
            </a:xfrm>
            <a:custGeom>
              <a:avLst/>
              <a:gdLst/>
              <a:ahLst/>
              <a:rect l="0" t="0" r="r" b="b"/>
              <a:pathLst>
                <a:path w="270" h="324">
                  <a:moveTo>
                    <a:pt x="178" y="8"/>
                  </a:moveTo>
                  <a:cubicBezTo>
                    <a:pt x="86" y="-29"/>
                    <a:pt x="25" y="60"/>
                    <a:pt x="10" y="109"/>
                  </a:cubicBezTo>
                  <a:cubicBezTo>
                    <a:pt x="-15" y="183"/>
                    <a:pt x="15" y="266"/>
                    <a:pt x="25" y="285"/>
                  </a:cubicBezTo>
                  <a:cubicBezTo>
                    <a:pt x="30" y="297"/>
                    <a:pt x="99" y="356"/>
                    <a:pt x="249" y="300"/>
                  </a:cubicBezTo>
                  <a:cubicBezTo>
                    <a:pt x="245" y="300"/>
                    <a:pt x="282" y="217"/>
                    <a:pt x="267" y="140"/>
                  </a:cubicBezTo>
                  <a:cubicBezTo>
                    <a:pt x="238" y="96"/>
                    <a:pt x="258" y="39"/>
                    <a:pt x="178" y="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2" name=""/>
            <p:cNvSpPr/>
            <p:nvPr/>
          </p:nvSpPr>
          <p:spPr>
            <a:xfrm>
              <a:off x="2805480" y="4971600"/>
              <a:ext cx="103320" cy="124560"/>
            </a:xfrm>
            <a:custGeom>
              <a:avLst/>
              <a:gdLst/>
              <a:ahLst/>
              <a:rect l="0" t="0" r="r" b="b"/>
              <a:pathLst>
                <a:path w="287" h="346">
                  <a:moveTo>
                    <a:pt x="241" y="66"/>
                  </a:moveTo>
                  <a:cubicBezTo>
                    <a:pt x="229" y="54"/>
                    <a:pt x="216" y="44"/>
                    <a:pt x="204" y="38"/>
                  </a:cubicBezTo>
                  <a:cubicBezTo>
                    <a:pt x="198" y="35"/>
                    <a:pt x="189" y="32"/>
                    <a:pt x="182" y="32"/>
                  </a:cubicBezTo>
                  <a:cubicBezTo>
                    <a:pt x="176" y="29"/>
                    <a:pt x="167" y="29"/>
                    <a:pt x="161" y="29"/>
                  </a:cubicBezTo>
                  <a:cubicBezTo>
                    <a:pt x="133" y="29"/>
                    <a:pt x="102" y="41"/>
                    <a:pt x="84" y="63"/>
                  </a:cubicBezTo>
                  <a:cubicBezTo>
                    <a:pt x="62" y="84"/>
                    <a:pt x="44" y="115"/>
                    <a:pt x="38" y="143"/>
                  </a:cubicBezTo>
                  <a:cubicBezTo>
                    <a:pt x="32" y="174"/>
                    <a:pt x="32" y="207"/>
                    <a:pt x="38" y="241"/>
                  </a:cubicBezTo>
                  <a:cubicBezTo>
                    <a:pt x="41" y="257"/>
                    <a:pt x="47" y="275"/>
                    <a:pt x="53" y="287"/>
                  </a:cubicBezTo>
                  <a:cubicBezTo>
                    <a:pt x="54" y="289"/>
                    <a:pt x="55" y="292"/>
                    <a:pt x="56" y="294"/>
                  </a:cubicBezTo>
                  <a:cubicBezTo>
                    <a:pt x="59" y="297"/>
                    <a:pt x="62" y="297"/>
                    <a:pt x="62" y="300"/>
                  </a:cubicBezTo>
                  <a:cubicBezTo>
                    <a:pt x="69" y="303"/>
                    <a:pt x="75" y="309"/>
                    <a:pt x="81" y="312"/>
                  </a:cubicBezTo>
                  <a:cubicBezTo>
                    <a:pt x="109" y="324"/>
                    <a:pt x="139" y="331"/>
                    <a:pt x="173" y="327"/>
                  </a:cubicBezTo>
                  <a:cubicBezTo>
                    <a:pt x="204" y="327"/>
                    <a:pt x="238" y="321"/>
                    <a:pt x="269" y="312"/>
                  </a:cubicBezTo>
                  <a:cubicBezTo>
                    <a:pt x="238" y="327"/>
                    <a:pt x="207" y="337"/>
                    <a:pt x="173" y="343"/>
                  </a:cubicBezTo>
                  <a:cubicBezTo>
                    <a:pt x="139" y="349"/>
                    <a:pt x="105" y="346"/>
                    <a:pt x="72" y="334"/>
                  </a:cubicBezTo>
                  <a:cubicBezTo>
                    <a:pt x="62" y="331"/>
                    <a:pt x="56" y="327"/>
                    <a:pt x="47" y="321"/>
                  </a:cubicBezTo>
                  <a:cubicBezTo>
                    <a:pt x="44" y="318"/>
                    <a:pt x="38" y="315"/>
                    <a:pt x="35" y="312"/>
                  </a:cubicBezTo>
                  <a:cubicBezTo>
                    <a:pt x="34" y="311"/>
                    <a:pt x="33" y="310"/>
                    <a:pt x="32" y="309"/>
                  </a:cubicBezTo>
                  <a:cubicBezTo>
                    <a:pt x="31" y="308"/>
                    <a:pt x="30" y="307"/>
                    <a:pt x="29" y="306"/>
                  </a:cubicBezTo>
                  <a:cubicBezTo>
                    <a:pt x="29" y="305"/>
                    <a:pt x="29" y="304"/>
                    <a:pt x="29" y="303"/>
                  </a:cubicBezTo>
                  <a:cubicBezTo>
                    <a:pt x="28" y="302"/>
                    <a:pt x="27" y="301"/>
                    <a:pt x="25" y="300"/>
                  </a:cubicBezTo>
                  <a:cubicBezTo>
                    <a:pt x="19" y="281"/>
                    <a:pt x="13" y="266"/>
                    <a:pt x="7" y="247"/>
                  </a:cubicBezTo>
                  <a:cubicBezTo>
                    <a:pt x="-2" y="211"/>
                    <a:pt x="-2" y="174"/>
                    <a:pt x="4" y="134"/>
                  </a:cubicBezTo>
                  <a:cubicBezTo>
                    <a:pt x="13" y="97"/>
                    <a:pt x="35" y="63"/>
                    <a:pt x="59" y="38"/>
                  </a:cubicBezTo>
                  <a:cubicBezTo>
                    <a:pt x="87" y="14"/>
                    <a:pt x="121" y="-5"/>
                    <a:pt x="158" y="1"/>
                  </a:cubicBezTo>
                  <a:cubicBezTo>
                    <a:pt x="167" y="1"/>
                    <a:pt x="176" y="4"/>
                    <a:pt x="185" y="7"/>
                  </a:cubicBezTo>
                  <a:cubicBezTo>
                    <a:pt x="195" y="11"/>
                    <a:pt x="201" y="14"/>
                    <a:pt x="210" y="20"/>
                  </a:cubicBezTo>
                  <a:cubicBezTo>
                    <a:pt x="225" y="29"/>
                    <a:pt x="238" y="41"/>
                    <a:pt x="250" y="57"/>
                  </a:cubicBezTo>
                  <a:cubicBezTo>
                    <a:pt x="272" y="81"/>
                    <a:pt x="284" y="118"/>
                    <a:pt x="287" y="155"/>
                  </a:cubicBezTo>
                  <a:cubicBezTo>
                    <a:pt x="278" y="121"/>
                    <a:pt x="265" y="87"/>
                    <a:pt x="241" y="6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 name=""/>
            <p:cNvSpPr/>
            <p:nvPr/>
          </p:nvSpPr>
          <p:spPr>
            <a:xfrm>
              <a:off x="2836800" y="5004720"/>
              <a:ext cx="57600" cy="70560"/>
            </a:xfrm>
            <a:custGeom>
              <a:avLst/>
              <a:gdLst/>
              <a:ahLst/>
              <a:rect l="0" t="0" r="r" b="b"/>
              <a:pathLst>
                <a:path w="160" h="196">
                  <a:moveTo>
                    <a:pt x="160" y="98"/>
                  </a:moveTo>
                  <a:cubicBezTo>
                    <a:pt x="160" y="115"/>
                    <a:pt x="156" y="132"/>
                    <a:pt x="149" y="147"/>
                  </a:cubicBezTo>
                  <a:cubicBezTo>
                    <a:pt x="142" y="162"/>
                    <a:pt x="132" y="174"/>
                    <a:pt x="120" y="183"/>
                  </a:cubicBezTo>
                  <a:cubicBezTo>
                    <a:pt x="108" y="191"/>
                    <a:pt x="94" y="196"/>
                    <a:pt x="80" y="196"/>
                  </a:cubicBezTo>
                  <a:cubicBezTo>
                    <a:pt x="66" y="196"/>
                    <a:pt x="52" y="191"/>
                    <a:pt x="40" y="183"/>
                  </a:cubicBezTo>
                  <a:cubicBezTo>
                    <a:pt x="28" y="174"/>
                    <a:pt x="18" y="162"/>
                    <a:pt x="11" y="147"/>
                  </a:cubicBezTo>
                  <a:cubicBezTo>
                    <a:pt x="4" y="132"/>
                    <a:pt x="0" y="115"/>
                    <a:pt x="0" y="98"/>
                  </a:cubicBezTo>
                  <a:cubicBezTo>
                    <a:pt x="0" y="81"/>
                    <a:pt x="4" y="64"/>
                    <a:pt x="11" y="49"/>
                  </a:cubicBezTo>
                  <a:cubicBezTo>
                    <a:pt x="18" y="34"/>
                    <a:pt x="28" y="21"/>
                    <a:pt x="40" y="13"/>
                  </a:cubicBezTo>
                  <a:cubicBezTo>
                    <a:pt x="52" y="4"/>
                    <a:pt x="66" y="0"/>
                    <a:pt x="80" y="0"/>
                  </a:cubicBezTo>
                  <a:cubicBezTo>
                    <a:pt x="94" y="0"/>
                    <a:pt x="108" y="4"/>
                    <a:pt x="120" y="13"/>
                  </a:cubicBezTo>
                  <a:cubicBezTo>
                    <a:pt x="132" y="21"/>
                    <a:pt x="142" y="34"/>
                    <a:pt x="149" y="49"/>
                  </a:cubicBezTo>
                  <a:cubicBezTo>
                    <a:pt x="156" y="64"/>
                    <a:pt x="160" y="81"/>
                    <a:pt x="160" y="9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 name=""/>
            <p:cNvSpPr/>
            <p:nvPr/>
          </p:nvSpPr>
          <p:spPr>
            <a:xfrm>
              <a:off x="2925360" y="5129280"/>
              <a:ext cx="58680" cy="48960"/>
            </a:xfrm>
            <a:custGeom>
              <a:avLst/>
              <a:gdLst/>
              <a:ahLst/>
              <a:rect l="0" t="0" r="r" b="b"/>
              <a:pathLst>
                <a:path w="163" h="136">
                  <a:moveTo>
                    <a:pt x="0" y="0"/>
                  </a:moveTo>
                  <a:cubicBezTo>
                    <a:pt x="54" y="0"/>
                    <a:pt x="109" y="0"/>
                    <a:pt x="163" y="0"/>
                  </a:cubicBezTo>
                  <a:cubicBezTo>
                    <a:pt x="163" y="45"/>
                    <a:pt x="163" y="91"/>
                    <a:pt x="163" y="136"/>
                  </a:cubicBezTo>
                  <a:cubicBezTo>
                    <a:pt x="109" y="136"/>
                    <a:pt x="54" y="136"/>
                    <a:pt x="0" y="136"/>
                  </a:cubicBezTo>
                  <a:cubicBezTo>
                    <a:pt x="0" y="91"/>
                    <a:pt x="0" y="45"/>
                    <a:pt x="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 name=""/>
            <p:cNvSpPr/>
            <p:nvPr/>
          </p:nvSpPr>
          <p:spPr>
            <a:xfrm>
              <a:off x="2843280" y="5088240"/>
              <a:ext cx="221760" cy="78840"/>
            </a:xfrm>
            <a:custGeom>
              <a:avLst/>
              <a:gdLst/>
              <a:ahLst/>
              <a:rect l="0" t="0" r="r" b="b"/>
              <a:pathLst>
                <a:path w="616" h="219">
                  <a:moveTo>
                    <a:pt x="465" y="188"/>
                  </a:moveTo>
                  <a:cubicBezTo>
                    <a:pt x="434" y="185"/>
                    <a:pt x="404" y="178"/>
                    <a:pt x="379" y="163"/>
                  </a:cubicBezTo>
                  <a:cubicBezTo>
                    <a:pt x="354" y="147"/>
                    <a:pt x="336" y="127"/>
                    <a:pt x="333" y="105"/>
                  </a:cubicBezTo>
                  <a:cubicBezTo>
                    <a:pt x="326" y="70"/>
                    <a:pt x="318" y="35"/>
                    <a:pt x="311" y="0"/>
                  </a:cubicBezTo>
                  <a:cubicBezTo>
                    <a:pt x="304" y="35"/>
                    <a:pt x="297" y="70"/>
                    <a:pt x="290" y="105"/>
                  </a:cubicBezTo>
                  <a:cubicBezTo>
                    <a:pt x="284" y="130"/>
                    <a:pt x="268" y="147"/>
                    <a:pt x="244" y="163"/>
                  </a:cubicBezTo>
                  <a:cubicBezTo>
                    <a:pt x="219" y="178"/>
                    <a:pt x="188" y="188"/>
                    <a:pt x="157" y="188"/>
                  </a:cubicBezTo>
                  <a:cubicBezTo>
                    <a:pt x="124" y="188"/>
                    <a:pt x="93" y="185"/>
                    <a:pt x="65" y="170"/>
                  </a:cubicBezTo>
                  <a:cubicBezTo>
                    <a:pt x="37" y="157"/>
                    <a:pt x="13" y="136"/>
                    <a:pt x="0" y="108"/>
                  </a:cubicBezTo>
                  <a:cubicBezTo>
                    <a:pt x="4" y="139"/>
                    <a:pt x="22" y="167"/>
                    <a:pt x="50" y="185"/>
                  </a:cubicBezTo>
                  <a:cubicBezTo>
                    <a:pt x="77" y="203"/>
                    <a:pt x="117" y="216"/>
                    <a:pt x="154" y="219"/>
                  </a:cubicBezTo>
                  <a:cubicBezTo>
                    <a:pt x="194" y="222"/>
                    <a:pt x="231" y="213"/>
                    <a:pt x="265" y="194"/>
                  </a:cubicBezTo>
                  <a:cubicBezTo>
                    <a:pt x="284" y="185"/>
                    <a:pt x="296" y="173"/>
                    <a:pt x="308" y="157"/>
                  </a:cubicBezTo>
                  <a:cubicBezTo>
                    <a:pt x="320" y="173"/>
                    <a:pt x="336" y="185"/>
                    <a:pt x="351" y="194"/>
                  </a:cubicBezTo>
                  <a:cubicBezTo>
                    <a:pt x="385" y="213"/>
                    <a:pt x="425" y="222"/>
                    <a:pt x="462" y="219"/>
                  </a:cubicBezTo>
                  <a:cubicBezTo>
                    <a:pt x="499" y="219"/>
                    <a:pt x="539" y="207"/>
                    <a:pt x="567" y="185"/>
                  </a:cubicBezTo>
                  <a:cubicBezTo>
                    <a:pt x="594" y="167"/>
                    <a:pt x="616" y="136"/>
                    <a:pt x="616" y="108"/>
                  </a:cubicBezTo>
                  <a:cubicBezTo>
                    <a:pt x="610" y="133"/>
                    <a:pt x="585" y="154"/>
                    <a:pt x="557" y="170"/>
                  </a:cubicBezTo>
                  <a:cubicBezTo>
                    <a:pt x="530" y="182"/>
                    <a:pt x="496" y="188"/>
                    <a:pt x="465" y="18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 name=""/>
            <p:cNvSpPr/>
            <p:nvPr/>
          </p:nvSpPr>
          <p:spPr>
            <a:xfrm>
              <a:off x="2911680" y="5073840"/>
              <a:ext cx="84600" cy="39960"/>
            </a:xfrm>
            <a:custGeom>
              <a:avLst/>
              <a:gdLst/>
              <a:ahLst/>
              <a:rect l="0" t="0" r="r" b="b"/>
              <a:pathLst>
                <a:path w="235" h="111">
                  <a:moveTo>
                    <a:pt x="117" y="0"/>
                  </a:moveTo>
                  <a:cubicBezTo>
                    <a:pt x="96" y="0"/>
                    <a:pt x="31" y="0"/>
                    <a:pt x="6" y="19"/>
                  </a:cubicBezTo>
                  <a:cubicBezTo>
                    <a:pt x="-9" y="31"/>
                    <a:pt x="3" y="62"/>
                    <a:pt x="43" y="90"/>
                  </a:cubicBezTo>
                  <a:cubicBezTo>
                    <a:pt x="71" y="108"/>
                    <a:pt x="96" y="111"/>
                    <a:pt x="114" y="111"/>
                  </a:cubicBezTo>
                  <a:cubicBezTo>
                    <a:pt x="136" y="111"/>
                    <a:pt x="160" y="105"/>
                    <a:pt x="185" y="90"/>
                  </a:cubicBezTo>
                  <a:cubicBezTo>
                    <a:pt x="234" y="62"/>
                    <a:pt x="243" y="31"/>
                    <a:pt x="228" y="19"/>
                  </a:cubicBezTo>
                  <a:cubicBezTo>
                    <a:pt x="206" y="0"/>
                    <a:pt x="139" y="0"/>
                    <a:pt x="11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27" name=""/>
          <p:cNvGrpSpPr/>
          <p:nvPr/>
        </p:nvGrpSpPr>
        <p:grpSpPr>
          <a:xfrm>
            <a:off x="1313280" y="4818960"/>
            <a:ext cx="253080" cy="331920"/>
            <a:chOff x="1313280" y="4818960"/>
            <a:chExt cx="253080" cy="331920"/>
          </a:xfrm>
        </p:grpSpPr>
        <p:sp>
          <p:nvSpPr>
            <p:cNvPr id="28" name=""/>
            <p:cNvSpPr/>
            <p:nvPr/>
          </p:nvSpPr>
          <p:spPr>
            <a:xfrm>
              <a:off x="1313280" y="5046480"/>
              <a:ext cx="44280" cy="48600"/>
            </a:xfrm>
            <a:custGeom>
              <a:avLst/>
              <a:gdLst/>
              <a:ahLst/>
              <a:rect l="0" t="0" r="r" b="b"/>
              <a:pathLst>
                <a:path w="123" h="135">
                  <a:moveTo>
                    <a:pt x="0" y="67"/>
                  </a:moveTo>
                  <a:cubicBezTo>
                    <a:pt x="0" y="79"/>
                    <a:pt x="3" y="90"/>
                    <a:pt x="8" y="101"/>
                  </a:cubicBezTo>
                  <a:cubicBezTo>
                    <a:pt x="13" y="111"/>
                    <a:pt x="20" y="120"/>
                    <a:pt x="30" y="126"/>
                  </a:cubicBezTo>
                  <a:cubicBezTo>
                    <a:pt x="39" y="132"/>
                    <a:pt x="50" y="135"/>
                    <a:pt x="61" y="135"/>
                  </a:cubicBezTo>
                  <a:cubicBezTo>
                    <a:pt x="72" y="135"/>
                    <a:pt x="83" y="132"/>
                    <a:pt x="92" y="126"/>
                  </a:cubicBezTo>
                  <a:cubicBezTo>
                    <a:pt x="101" y="120"/>
                    <a:pt x="109" y="111"/>
                    <a:pt x="115" y="101"/>
                  </a:cubicBezTo>
                  <a:cubicBezTo>
                    <a:pt x="120" y="90"/>
                    <a:pt x="123" y="79"/>
                    <a:pt x="123" y="67"/>
                  </a:cubicBezTo>
                  <a:cubicBezTo>
                    <a:pt x="123" y="56"/>
                    <a:pt x="120" y="44"/>
                    <a:pt x="115" y="34"/>
                  </a:cubicBezTo>
                  <a:cubicBezTo>
                    <a:pt x="109" y="23"/>
                    <a:pt x="101" y="15"/>
                    <a:pt x="92" y="9"/>
                  </a:cubicBezTo>
                  <a:cubicBezTo>
                    <a:pt x="83" y="3"/>
                    <a:pt x="72" y="0"/>
                    <a:pt x="61" y="0"/>
                  </a:cubicBezTo>
                  <a:cubicBezTo>
                    <a:pt x="50" y="0"/>
                    <a:pt x="39" y="3"/>
                    <a:pt x="30" y="9"/>
                  </a:cubicBezTo>
                  <a:cubicBezTo>
                    <a:pt x="20" y="15"/>
                    <a:pt x="13" y="23"/>
                    <a:pt x="8" y="34"/>
                  </a:cubicBezTo>
                  <a:cubicBezTo>
                    <a:pt x="3" y="44"/>
                    <a:pt x="0" y="56"/>
                    <a:pt x="0" y="6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 name=""/>
            <p:cNvSpPr/>
            <p:nvPr/>
          </p:nvSpPr>
          <p:spPr>
            <a:xfrm>
              <a:off x="1329120" y="5040720"/>
              <a:ext cx="76680" cy="96840"/>
            </a:xfrm>
            <a:custGeom>
              <a:avLst/>
              <a:gdLst/>
              <a:ahLst/>
              <a:rect l="0" t="0" r="r" b="b"/>
              <a:pathLst>
                <a:path w="213" h="269">
                  <a:moveTo>
                    <a:pt x="13" y="227"/>
                  </a:moveTo>
                  <a:cubicBezTo>
                    <a:pt x="-34" y="53"/>
                    <a:pt x="64" y="76"/>
                    <a:pt x="89" y="0"/>
                  </a:cubicBezTo>
                  <a:cubicBezTo>
                    <a:pt x="126" y="18"/>
                    <a:pt x="162" y="36"/>
                    <a:pt x="198" y="54"/>
                  </a:cubicBezTo>
                  <a:cubicBezTo>
                    <a:pt x="198" y="53"/>
                    <a:pt x="232" y="220"/>
                    <a:pt x="199" y="257"/>
                  </a:cubicBezTo>
                  <a:cubicBezTo>
                    <a:pt x="175" y="285"/>
                    <a:pt x="22" y="262"/>
                    <a:pt x="13" y="2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 name=""/>
            <p:cNvSpPr/>
            <p:nvPr/>
          </p:nvSpPr>
          <p:spPr>
            <a:xfrm>
              <a:off x="1355400" y="5095080"/>
              <a:ext cx="45360" cy="23040"/>
            </a:xfrm>
            <a:custGeom>
              <a:avLst/>
              <a:gdLst/>
              <a:ahLst/>
              <a:rect l="0" t="0" r="r" b="b"/>
              <a:pathLst>
                <a:path w="126" h="64">
                  <a:moveTo>
                    <a:pt x="109" y="30"/>
                  </a:moveTo>
                  <a:cubicBezTo>
                    <a:pt x="100" y="21"/>
                    <a:pt x="89" y="12"/>
                    <a:pt x="77" y="8"/>
                  </a:cubicBezTo>
                  <a:cubicBezTo>
                    <a:pt x="52" y="-3"/>
                    <a:pt x="24" y="-3"/>
                    <a:pt x="0" y="6"/>
                  </a:cubicBezTo>
                  <a:cubicBezTo>
                    <a:pt x="26" y="6"/>
                    <a:pt x="49" y="8"/>
                    <a:pt x="72" y="18"/>
                  </a:cubicBezTo>
                  <a:cubicBezTo>
                    <a:pt x="83" y="22"/>
                    <a:pt x="93" y="28"/>
                    <a:pt x="103" y="36"/>
                  </a:cubicBezTo>
                  <a:cubicBezTo>
                    <a:pt x="110" y="44"/>
                    <a:pt x="120" y="53"/>
                    <a:pt x="126" y="64"/>
                  </a:cubicBezTo>
                  <a:cubicBezTo>
                    <a:pt x="124" y="51"/>
                    <a:pt x="118" y="39"/>
                    <a:pt x="109" y="3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 name=""/>
            <p:cNvSpPr/>
            <p:nvPr/>
          </p:nvSpPr>
          <p:spPr>
            <a:xfrm>
              <a:off x="1391400" y="5033160"/>
              <a:ext cx="65160" cy="117720"/>
            </a:xfrm>
            <a:custGeom>
              <a:avLst/>
              <a:gdLst/>
              <a:ahLst/>
              <a:rect l="0" t="0" r="r" b="b"/>
              <a:pathLst>
                <a:path w="181" h="327">
                  <a:moveTo>
                    <a:pt x="37" y="308"/>
                  </a:moveTo>
                  <a:cubicBezTo>
                    <a:pt x="0" y="269"/>
                    <a:pt x="1" y="98"/>
                    <a:pt x="0" y="14"/>
                  </a:cubicBezTo>
                  <a:cubicBezTo>
                    <a:pt x="52" y="9"/>
                    <a:pt x="105" y="5"/>
                    <a:pt x="157" y="0"/>
                  </a:cubicBezTo>
                  <a:cubicBezTo>
                    <a:pt x="158" y="0"/>
                    <a:pt x="201" y="271"/>
                    <a:pt x="170" y="308"/>
                  </a:cubicBezTo>
                  <a:cubicBezTo>
                    <a:pt x="147" y="335"/>
                    <a:pt x="63" y="334"/>
                    <a:pt x="37" y="30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2" name=""/>
            <p:cNvSpPr/>
            <p:nvPr/>
          </p:nvSpPr>
          <p:spPr>
            <a:xfrm>
              <a:off x="1448280" y="5033160"/>
              <a:ext cx="65520" cy="117720"/>
            </a:xfrm>
            <a:custGeom>
              <a:avLst/>
              <a:gdLst/>
              <a:ahLst/>
              <a:rect l="0" t="0" r="r" b="b"/>
              <a:pathLst>
                <a:path w="182" h="327">
                  <a:moveTo>
                    <a:pt x="145" y="308"/>
                  </a:moveTo>
                  <a:cubicBezTo>
                    <a:pt x="182" y="269"/>
                    <a:pt x="181" y="98"/>
                    <a:pt x="182" y="14"/>
                  </a:cubicBezTo>
                  <a:cubicBezTo>
                    <a:pt x="130" y="9"/>
                    <a:pt x="78" y="5"/>
                    <a:pt x="25" y="0"/>
                  </a:cubicBezTo>
                  <a:cubicBezTo>
                    <a:pt x="21" y="103"/>
                    <a:pt x="-19" y="271"/>
                    <a:pt x="11" y="308"/>
                  </a:cubicBezTo>
                  <a:cubicBezTo>
                    <a:pt x="34" y="335"/>
                    <a:pt x="119" y="334"/>
                    <a:pt x="145" y="30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3" name=""/>
            <p:cNvSpPr/>
            <p:nvPr/>
          </p:nvSpPr>
          <p:spPr>
            <a:xfrm>
              <a:off x="1450080" y="5096160"/>
              <a:ext cx="4680" cy="47880"/>
            </a:xfrm>
            <a:custGeom>
              <a:avLst/>
              <a:gdLst/>
              <a:ahLst/>
              <a:rect l="0" t="0" r="r" b="b"/>
              <a:pathLst>
                <a:path w="13" h="133">
                  <a:moveTo>
                    <a:pt x="13" y="66"/>
                  </a:moveTo>
                  <a:cubicBezTo>
                    <a:pt x="13" y="44"/>
                    <a:pt x="11" y="22"/>
                    <a:pt x="6" y="0"/>
                  </a:cubicBezTo>
                  <a:cubicBezTo>
                    <a:pt x="2" y="22"/>
                    <a:pt x="0" y="45"/>
                    <a:pt x="0" y="66"/>
                  </a:cubicBezTo>
                  <a:cubicBezTo>
                    <a:pt x="2" y="89"/>
                    <a:pt x="2" y="111"/>
                    <a:pt x="6" y="133"/>
                  </a:cubicBezTo>
                  <a:cubicBezTo>
                    <a:pt x="11" y="111"/>
                    <a:pt x="13" y="87"/>
                    <a:pt x="13" y="6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4" name=""/>
            <p:cNvSpPr/>
            <p:nvPr/>
          </p:nvSpPr>
          <p:spPr>
            <a:xfrm>
              <a:off x="1402920" y="5028840"/>
              <a:ext cx="99720" cy="96120"/>
            </a:xfrm>
            <a:custGeom>
              <a:avLst/>
              <a:gdLst/>
              <a:ahLst/>
              <a:rect l="0" t="0" r="r" b="b"/>
              <a:pathLst>
                <a:path w="277" h="267">
                  <a:moveTo>
                    <a:pt x="138" y="267"/>
                  </a:moveTo>
                  <a:cubicBezTo>
                    <a:pt x="184" y="220"/>
                    <a:pt x="277" y="195"/>
                    <a:pt x="277" y="126"/>
                  </a:cubicBezTo>
                  <a:cubicBezTo>
                    <a:pt x="277" y="56"/>
                    <a:pt x="215" y="0"/>
                    <a:pt x="138" y="0"/>
                  </a:cubicBezTo>
                  <a:cubicBezTo>
                    <a:pt x="61" y="0"/>
                    <a:pt x="0" y="56"/>
                    <a:pt x="0" y="126"/>
                  </a:cubicBezTo>
                  <a:cubicBezTo>
                    <a:pt x="0" y="195"/>
                    <a:pt x="92" y="220"/>
                    <a:pt x="138" y="26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5" name=""/>
            <p:cNvSpPr/>
            <p:nvPr/>
          </p:nvSpPr>
          <p:spPr>
            <a:xfrm>
              <a:off x="1338480" y="4818960"/>
              <a:ext cx="75240" cy="145800"/>
            </a:xfrm>
            <a:custGeom>
              <a:avLst/>
              <a:gdLst/>
              <a:ahLst/>
              <a:rect l="0" t="0" r="r" b="b"/>
              <a:pathLst>
                <a:path w="209" h="405">
                  <a:moveTo>
                    <a:pt x="190" y="177"/>
                  </a:moveTo>
                  <a:cubicBezTo>
                    <a:pt x="198" y="339"/>
                    <a:pt x="203" y="315"/>
                    <a:pt x="209" y="384"/>
                  </a:cubicBezTo>
                  <a:cubicBezTo>
                    <a:pt x="180" y="391"/>
                    <a:pt x="152" y="398"/>
                    <a:pt x="123" y="405"/>
                  </a:cubicBezTo>
                  <a:cubicBezTo>
                    <a:pt x="88" y="343"/>
                    <a:pt x="127" y="390"/>
                    <a:pt x="16" y="220"/>
                  </a:cubicBezTo>
                  <a:cubicBezTo>
                    <a:pt x="-24" y="157"/>
                    <a:pt x="19" y="10"/>
                    <a:pt x="44" y="0"/>
                  </a:cubicBezTo>
                  <a:cubicBezTo>
                    <a:pt x="59" y="-4"/>
                    <a:pt x="187" y="94"/>
                    <a:pt x="190" y="17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6" name=""/>
            <p:cNvSpPr/>
            <p:nvPr/>
          </p:nvSpPr>
          <p:spPr>
            <a:xfrm>
              <a:off x="1353240" y="4848480"/>
              <a:ext cx="54360" cy="115200"/>
            </a:xfrm>
            <a:custGeom>
              <a:avLst/>
              <a:gdLst/>
              <a:ahLst/>
              <a:rect l="0" t="0" r="r" b="b"/>
              <a:pathLst>
                <a:path w="151" h="320">
                  <a:moveTo>
                    <a:pt x="112" y="105"/>
                  </a:moveTo>
                  <a:cubicBezTo>
                    <a:pt x="142" y="262"/>
                    <a:pt x="138" y="239"/>
                    <a:pt x="151" y="306"/>
                  </a:cubicBezTo>
                  <a:cubicBezTo>
                    <a:pt x="132" y="311"/>
                    <a:pt x="113" y="315"/>
                    <a:pt x="94" y="320"/>
                  </a:cubicBezTo>
                  <a:cubicBezTo>
                    <a:pt x="67" y="256"/>
                    <a:pt x="94" y="309"/>
                    <a:pt x="11" y="129"/>
                  </a:cubicBezTo>
                  <a:cubicBezTo>
                    <a:pt x="-11" y="83"/>
                    <a:pt x="2" y="8"/>
                    <a:pt x="25" y="0"/>
                  </a:cubicBezTo>
                  <a:cubicBezTo>
                    <a:pt x="40" y="-5"/>
                    <a:pt x="100" y="40"/>
                    <a:pt x="112" y="10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7" name=""/>
            <p:cNvSpPr/>
            <p:nvPr/>
          </p:nvSpPr>
          <p:spPr>
            <a:xfrm>
              <a:off x="1491120" y="4818960"/>
              <a:ext cx="75240" cy="145800"/>
            </a:xfrm>
            <a:custGeom>
              <a:avLst/>
              <a:gdLst/>
              <a:ahLst/>
              <a:rect l="0" t="0" r="r" b="b"/>
              <a:pathLst>
                <a:path w="209" h="405">
                  <a:moveTo>
                    <a:pt x="19" y="177"/>
                  </a:moveTo>
                  <a:cubicBezTo>
                    <a:pt x="11" y="339"/>
                    <a:pt x="6" y="315"/>
                    <a:pt x="0" y="384"/>
                  </a:cubicBezTo>
                  <a:cubicBezTo>
                    <a:pt x="29" y="391"/>
                    <a:pt x="57" y="398"/>
                    <a:pt x="86" y="405"/>
                  </a:cubicBezTo>
                  <a:cubicBezTo>
                    <a:pt x="121" y="343"/>
                    <a:pt x="82" y="390"/>
                    <a:pt x="192" y="220"/>
                  </a:cubicBezTo>
                  <a:cubicBezTo>
                    <a:pt x="234" y="157"/>
                    <a:pt x="189" y="10"/>
                    <a:pt x="165" y="0"/>
                  </a:cubicBezTo>
                  <a:cubicBezTo>
                    <a:pt x="149" y="-4"/>
                    <a:pt x="22" y="94"/>
                    <a:pt x="19" y="17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8" name=""/>
            <p:cNvSpPr/>
            <p:nvPr/>
          </p:nvSpPr>
          <p:spPr>
            <a:xfrm>
              <a:off x="1497240" y="4848480"/>
              <a:ext cx="54720" cy="115920"/>
            </a:xfrm>
            <a:custGeom>
              <a:avLst/>
              <a:gdLst/>
              <a:ahLst/>
              <a:rect l="0" t="0" r="r" b="b"/>
              <a:pathLst>
                <a:path w="152" h="322">
                  <a:moveTo>
                    <a:pt x="38" y="105"/>
                  </a:moveTo>
                  <a:cubicBezTo>
                    <a:pt x="9" y="262"/>
                    <a:pt x="13" y="239"/>
                    <a:pt x="0" y="306"/>
                  </a:cubicBezTo>
                  <a:cubicBezTo>
                    <a:pt x="18" y="311"/>
                    <a:pt x="37" y="317"/>
                    <a:pt x="55" y="322"/>
                  </a:cubicBezTo>
                  <a:cubicBezTo>
                    <a:pt x="83" y="258"/>
                    <a:pt x="55" y="311"/>
                    <a:pt x="140" y="131"/>
                  </a:cubicBezTo>
                  <a:cubicBezTo>
                    <a:pt x="162" y="83"/>
                    <a:pt x="151" y="8"/>
                    <a:pt x="126" y="0"/>
                  </a:cubicBezTo>
                  <a:cubicBezTo>
                    <a:pt x="111" y="-5"/>
                    <a:pt x="51" y="40"/>
                    <a:pt x="38" y="10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9" name=""/>
            <p:cNvSpPr/>
            <p:nvPr/>
          </p:nvSpPr>
          <p:spPr>
            <a:xfrm>
              <a:off x="1351080" y="4907880"/>
              <a:ext cx="202680" cy="177480"/>
            </a:xfrm>
            <a:custGeom>
              <a:avLst/>
              <a:gdLst/>
              <a:ahLst/>
              <a:rect l="0" t="0" r="r" b="b"/>
              <a:pathLst>
                <a:path w="563" h="493">
                  <a:moveTo>
                    <a:pt x="281" y="0"/>
                  </a:moveTo>
                  <a:cubicBezTo>
                    <a:pt x="127" y="0"/>
                    <a:pt x="56" y="66"/>
                    <a:pt x="56" y="158"/>
                  </a:cubicBezTo>
                  <a:cubicBezTo>
                    <a:pt x="56" y="235"/>
                    <a:pt x="-61" y="349"/>
                    <a:pt x="44" y="424"/>
                  </a:cubicBezTo>
                  <a:cubicBezTo>
                    <a:pt x="95" y="461"/>
                    <a:pt x="180" y="493"/>
                    <a:pt x="281" y="493"/>
                  </a:cubicBezTo>
                  <a:cubicBezTo>
                    <a:pt x="383" y="493"/>
                    <a:pt x="469" y="461"/>
                    <a:pt x="520" y="424"/>
                  </a:cubicBezTo>
                  <a:cubicBezTo>
                    <a:pt x="624" y="347"/>
                    <a:pt x="508" y="235"/>
                    <a:pt x="508" y="158"/>
                  </a:cubicBezTo>
                  <a:cubicBezTo>
                    <a:pt x="508" y="66"/>
                    <a:pt x="438" y="0"/>
                    <a:pt x="281"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0" name=""/>
            <p:cNvSpPr/>
            <p:nvPr/>
          </p:nvSpPr>
          <p:spPr>
            <a:xfrm>
              <a:off x="1364400" y="4932000"/>
              <a:ext cx="177120" cy="146880"/>
            </a:xfrm>
            <a:custGeom>
              <a:avLst/>
              <a:gdLst/>
              <a:ahLst/>
              <a:rect l="0" t="0" r="r" b="b"/>
              <a:pathLst>
                <a:path w="492" h="408">
                  <a:moveTo>
                    <a:pt x="224" y="12"/>
                  </a:moveTo>
                  <a:cubicBezTo>
                    <a:pt x="238" y="-5"/>
                    <a:pt x="251" y="-5"/>
                    <a:pt x="264" y="12"/>
                  </a:cubicBezTo>
                  <a:cubicBezTo>
                    <a:pt x="297" y="54"/>
                    <a:pt x="347" y="143"/>
                    <a:pt x="351" y="217"/>
                  </a:cubicBezTo>
                  <a:cubicBezTo>
                    <a:pt x="409" y="209"/>
                    <a:pt x="475" y="212"/>
                    <a:pt x="489" y="243"/>
                  </a:cubicBezTo>
                  <a:cubicBezTo>
                    <a:pt x="515" y="304"/>
                    <a:pt x="392" y="408"/>
                    <a:pt x="246" y="408"/>
                  </a:cubicBezTo>
                  <a:cubicBezTo>
                    <a:pt x="98" y="408"/>
                    <a:pt x="-22" y="304"/>
                    <a:pt x="4" y="243"/>
                  </a:cubicBezTo>
                  <a:cubicBezTo>
                    <a:pt x="15" y="212"/>
                    <a:pt x="81" y="209"/>
                    <a:pt x="138" y="217"/>
                  </a:cubicBezTo>
                  <a:cubicBezTo>
                    <a:pt x="141" y="143"/>
                    <a:pt x="192" y="54"/>
                    <a:pt x="224" y="1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1" name=""/>
            <p:cNvSpPr/>
            <p:nvPr/>
          </p:nvSpPr>
          <p:spPr>
            <a:xfrm>
              <a:off x="1410840" y="5037120"/>
              <a:ext cx="83880" cy="30240"/>
            </a:xfrm>
            <a:custGeom>
              <a:avLst/>
              <a:gdLst/>
              <a:ahLst/>
              <a:rect l="0" t="0" r="r" b="b"/>
              <a:pathLst>
                <a:path w="233" h="84">
                  <a:moveTo>
                    <a:pt x="47" y="30"/>
                  </a:moveTo>
                  <a:cubicBezTo>
                    <a:pt x="64" y="31"/>
                    <a:pt x="83" y="27"/>
                    <a:pt x="96" y="18"/>
                  </a:cubicBezTo>
                  <a:cubicBezTo>
                    <a:pt x="104" y="13"/>
                    <a:pt x="110" y="7"/>
                    <a:pt x="116" y="0"/>
                  </a:cubicBezTo>
                  <a:cubicBezTo>
                    <a:pt x="121" y="7"/>
                    <a:pt x="129" y="13"/>
                    <a:pt x="136" y="18"/>
                  </a:cubicBezTo>
                  <a:cubicBezTo>
                    <a:pt x="152" y="27"/>
                    <a:pt x="169" y="32"/>
                    <a:pt x="186" y="30"/>
                  </a:cubicBezTo>
                  <a:cubicBezTo>
                    <a:pt x="203" y="30"/>
                    <a:pt x="219" y="24"/>
                    <a:pt x="232" y="13"/>
                  </a:cubicBezTo>
                  <a:cubicBezTo>
                    <a:pt x="239" y="7"/>
                    <a:pt x="199" y="84"/>
                    <a:pt x="116" y="84"/>
                  </a:cubicBezTo>
                  <a:cubicBezTo>
                    <a:pt x="33" y="84"/>
                    <a:pt x="-7" y="7"/>
                    <a:pt x="1" y="13"/>
                  </a:cubicBezTo>
                  <a:cubicBezTo>
                    <a:pt x="13" y="23"/>
                    <a:pt x="30" y="28"/>
                    <a:pt x="47" y="3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2" name=""/>
            <p:cNvSpPr/>
            <p:nvPr/>
          </p:nvSpPr>
          <p:spPr>
            <a:xfrm>
              <a:off x="1381320" y="4953600"/>
              <a:ext cx="48960" cy="57960"/>
            </a:xfrm>
            <a:custGeom>
              <a:avLst/>
              <a:gdLst/>
              <a:ahLst/>
              <a:rect l="0" t="0" r="r" b="b"/>
              <a:pathLst>
                <a:path w="136" h="161">
                  <a:moveTo>
                    <a:pt x="89" y="4"/>
                  </a:moveTo>
                  <a:cubicBezTo>
                    <a:pt x="43" y="-15"/>
                    <a:pt x="12" y="30"/>
                    <a:pt x="5" y="55"/>
                  </a:cubicBezTo>
                  <a:cubicBezTo>
                    <a:pt x="-8" y="91"/>
                    <a:pt x="8" y="132"/>
                    <a:pt x="12" y="141"/>
                  </a:cubicBezTo>
                  <a:cubicBezTo>
                    <a:pt x="15" y="148"/>
                    <a:pt x="49" y="177"/>
                    <a:pt x="125" y="149"/>
                  </a:cubicBezTo>
                  <a:cubicBezTo>
                    <a:pt x="123" y="149"/>
                    <a:pt x="143" y="108"/>
                    <a:pt x="134" y="69"/>
                  </a:cubicBezTo>
                  <a:cubicBezTo>
                    <a:pt x="119" y="48"/>
                    <a:pt x="129" y="19"/>
                    <a:pt x="89" y="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3" name=""/>
            <p:cNvSpPr/>
            <p:nvPr/>
          </p:nvSpPr>
          <p:spPr>
            <a:xfrm>
              <a:off x="1378080" y="4950720"/>
              <a:ext cx="51480" cy="62280"/>
            </a:xfrm>
            <a:custGeom>
              <a:avLst/>
              <a:gdLst/>
              <a:ahLst/>
              <a:rect l="0" t="0" r="r" b="b"/>
              <a:pathLst>
                <a:path w="143" h="173">
                  <a:moveTo>
                    <a:pt x="126" y="27"/>
                  </a:moveTo>
                  <a:cubicBezTo>
                    <a:pt x="120" y="20"/>
                    <a:pt x="114" y="13"/>
                    <a:pt x="106" y="9"/>
                  </a:cubicBezTo>
                  <a:cubicBezTo>
                    <a:pt x="103" y="6"/>
                    <a:pt x="98" y="4"/>
                    <a:pt x="94" y="3"/>
                  </a:cubicBezTo>
                  <a:cubicBezTo>
                    <a:pt x="89" y="1"/>
                    <a:pt x="84" y="0"/>
                    <a:pt x="80" y="0"/>
                  </a:cubicBezTo>
                  <a:cubicBezTo>
                    <a:pt x="61" y="-3"/>
                    <a:pt x="43" y="6"/>
                    <a:pt x="30" y="18"/>
                  </a:cubicBezTo>
                  <a:cubicBezTo>
                    <a:pt x="18" y="30"/>
                    <a:pt x="7" y="47"/>
                    <a:pt x="3" y="66"/>
                  </a:cubicBezTo>
                  <a:cubicBezTo>
                    <a:pt x="-2" y="84"/>
                    <a:pt x="0" y="103"/>
                    <a:pt x="4" y="122"/>
                  </a:cubicBezTo>
                  <a:cubicBezTo>
                    <a:pt x="6" y="131"/>
                    <a:pt x="9" y="140"/>
                    <a:pt x="14" y="148"/>
                  </a:cubicBezTo>
                  <a:cubicBezTo>
                    <a:pt x="14" y="149"/>
                    <a:pt x="14" y="150"/>
                    <a:pt x="15" y="151"/>
                  </a:cubicBezTo>
                  <a:cubicBezTo>
                    <a:pt x="15" y="153"/>
                    <a:pt x="15" y="155"/>
                    <a:pt x="15" y="156"/>
                  </a:cubicBezTo>
                  <a:cubicBezTo>
                    <a:pt x="15" y="157"/>
                    <a:pt x="16" y="157"/>
                    <a:pt x="17" y="157"/>
                  </a:cubicBezTo>
                  <a:cubicBezTo>
                    <a:pt x="18" y="159"/>
                    <a:pt x="20" y="160"/>
                    <a:pt x="23" y="162"/>
                  </a:cubicBezTo>
                  <a:cubicBezTo>
                    <a:pt x="27" y="165"/>
                    <a:pt x="30" y="166"/>
                    <a:pt x="35" y="168"/>
                  </a:cubicBezTo>
                  <a:cubicBezTo>
                    <a:pt x="52" y="174"/>
                    <a:pt x="69" y="174"/>
                    <a:pt x="86" y="172"/>
                  </a:cubicBezTo>
                  <a:cubicBezTo>
                    <a:pt x="103" y="169"/>
                    <a:pt x="118" y="165"/>
                    <a:pt x="134" y="157"/>
                  </a:cubicBezTo>
                  <a:cubicBezTo>
                    <a:pt x="118" y="160"/>
                    <a:pt x="101" y="165"/>
                    <a:pt x="86" y="165"/>
                  </a:cubicBezTo>
                  <a:cubicBezTo>
                    <a:pt x="70" y="165"/>
                    <a:pt x="54" y="163"/>
                    <a:pt x="40" y="157"/>
                  </a:cubicBezTo>
                  <a:cubicBezTo>
                    <a:pt x="37" y="156"/>
                    <a:pt x="34" y="154"/>
                    <a:pt x="30" y="151"/>
                  </a:cubicBezTo>
                  <a:cubicBezTo>
                    <a:pt x="29" y="149"/>
                    <a:pt x="27" y="149"/>
                    <a:pt x="27" y="148"/>
                  </a:cubicBezTo>
                  <a:cubicBezTo>
                    <a:pt x="26" y="147"/>
                    <a:pt x="26" y="146"/>
                    <a:pt x="26" y="145"/>
                  </a:cubicBezTo>
                  <a:cubicBezTo>
                    <a:pt x="23" y="137"/>
                    <a:pt x="21" y="129"/>
                    <a:pt x="18" y="122"/>
                  </a:cubicBezTo>
                  <a:cubicBezTo>
                    <a:pt x="15" y="105"/>
                    <a:pt x="14" y="88"/>
                    <a:pt x="18" y="73"/>
                  </a:cubicBezTo>
                  <a:cubicBezTo>
                    <a:pt x="21" y="58"/>
                    <a:pt x="30" y="44"/>
                    <a:pt x="41" y="33"/>
                  </a:cubicBezTo>
                  <a:cubicBezTo>
                    <a:pt x="52" y="23"/>
                    <a:pt x="66" y="15"/>
                    <a:pt x="80" y="17"/>
                  </a:cubicBezTo>
                  <a:cubicBezTo>
                    <a:pt x="83" y="17"/>
                    <a:pt x="86" y="16"/>
                    <a:pt x="90" y="18"/>
                  </a:cubicBezTo>
                  <a:cubicBezTo>
                    <a:pt x="93" y="19"/>
                    <a:pt x="98" y="20"/>
                    <a:pt x="101" y="21"/>
                  </a:cubicBezTo>
                  <a:cubicBezTo>
                    <a:pt x="109" y="24"/>
                    <a:pt x="115" y="29"/>
                    <a:pt x="120" y="35"/>
                  </a:cubicBezTo>
                  <a:cubicBezTo>
                    <a:pt x="130" y="44"/>
                    <a:pt x="138" y="60"/>
                    <a:pt x="143" y="78"/>
                  </a:cubicBezTo>
                  <a:cubicBezTo>
                    <a:pt x="143" y="60"/>
                    <a:pt x="137" y="43"/>
                    <a:pt x="126"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4" name=""/>
            <p:cNvSpPr/>
            <p:nvPr/>
          </p:nvSpPr>
          <p:spPr>
            <a:xfrm>
              <a:off x="1393920" y="4967640"/>
              <a:ext cx="28800" cy="35280"/>
            </a:xfrm>
            <a:custGeom>
              <a:avLst/>
              <a:gdLst/>
              <a:ahLst/>
              <a:rect l="0" t="0" r="r" b="b"/>
              <a:pathLst>
                <a:path w="80" h="98">
                  <a:moveTo>
                    <a:pt x="0" y="49"/>
                  </a:moveTo>
                  <a:cubicBezTo>
                    <a:pt x="0" y="58"/>
                    <a:pt x="2" y="66"/>
                    <a:pt x="6"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6" y="24"/>
                  </a:cubicBezTo>
                  <a:cubicBezTo>
                    <a:pt x="2" y="32"/>
                    <a:pt x="0" y="40"/>
                    <a:pt x="0" y="4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5" name=""/>
            <p:cNvSpPr/>
            <p:nvPr/>
          </p:nvSpPr>
          <p:spPr>
            <a:xfrm>
              <a:off x="1474920" y="4953600"/>
              <a:ext cx="48960" cy="57960"/>
            </a:xfrm>
            <a:custGeom>
              <a:avLst/>
              <a:gdLst/>
              <a:ahLst/>
              <a:rect l="0" t="0" r="r" b="b"/>
              <a:pathLst>
                <a:path w="136" h="161">
                  <a:moveTo>
                    <a:pt x="47" y="4"/>
                  </a:moveTo>
                  <a:cubicBezTo>
                    <a:pt x="93" y="-15"/>
                    <a:pt x="124" y="30"/>
                    <a:pt x="131" y="55"/>
                  </a:cubicBezTo>
                  <a:cubicBezTo>
                    <a:pt x="144" y="91"/>
                    <a:pt x="128" y="133"/>
                    <a:pt x="124" y="141"/>
                  </a:cubicBezTo>
                  <a:cubicBezTo>
                    <a:pt x="120" y="149"/>
                    <a:pt x="87" y="177"/>
                    <a:pt x="11" y="149"/>
                  </a:cubicBezTo>
                  <a:cubicBezTo>
                    <a:pt x="13" y="149"/>
                    <a:pt x="-6" y="108"/>
                    <a:pt x="2" y="69"/>
                  </a:cubicBezTo>
                  <a:cubicBezTo>
                    <a:pt x="17" y="48"/>
                    <a:pt x="7" y="19"/>
                    <a:pt x="47" y="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6" name=""/>
            <p:cNvSpPr/>
            <p:nvPr/>
          </p:nvSpPr>
          <p:spPr>
            <a:xfrm>
              <a:off x="1475640" y="4951080"/>
              <a:ext cx="51840" cy="61920"/>
            </a:xfrm>
            <a:custGeom>
              <a:avLst/>
              <a:gdLst/>
              <a:ahLst/>
              <a:rect l="0" t="0" r="r" b="b"/>
              <a:pathLst>
                <a:path w="144" h="172">
                  <a:moveTo>
                    <a:pt x="23" y="32"/>
                  </a:moveTo>
                  <a:cubicBezTo>
                    <a:pt x="29" y="26"/>
                    <a:pt x="35" y="22"/>
                    <a:pt x="42" y="19"/>
                  </a:cubicBezTo>
                  <a:cubicBezTo>
                    <a:pt x="45" y="17"/>
                    <a:pt x="49" y="16"/>
                    <a:pt x="52" y="16"/>
                  </a:cubicBezTo>
                  <a:cubicBezTo>
                    <a:pt x="55" y="14"/>
                    <a:pt x="60" y="14"/>
                    <a:pt x="63" y="14"/>
                  </a:cubicBezTo>
                  <a:cubicBezTo>
                    <a:pt x="77" y="14"/>
                    <a:pt x="92" y="20"/>
                    <a:pt x="102" y="31"/>
                  </a:cubicBezTo>
                  <a:cubicBezTo>
                    <a:pt x="112" y="42"/>
                    <a:pt x="122" y="57"/>
                    <a:pt x="125" y="71"/>
                  </a:cubicBezTo>
                  <a:cubicBezTo>
                    <a:pt x="128" y="85"/>
                    <a:pt x="128" y="102"/>
                    <a:pt x="125" y="119"/>
                  </a:cubicBezTo>
                  <a:cubicBezTo>
                    <a:pt x="123" y="127"/>
                    <a:pt x="120" y="136"/>
                    <a:pt x="117" y="142"/>
                  </a:cubicBezTo>
                  <a:cubicBezTo>
                    <a:pt x="116" y="143"/>
                    <a:pt x="116" y="144"/>
                    <a:pt x="115" y="145"/>
                  </a:cubicBezTo>
                  <a:cubicBezTo>
                    <a:pt x="114" y="147"/>
                    <a:pt x="112" y="147"/>
                    <a:pt x="112" y="148"/>
                  </a:cubicBezTo>
                  <a:cubicBezTo>
                    <a:pt x="109" y="150"/>
                    <a:pt x="106" y="153"/>
                    <a:pt x="103" y="155"/>
                  </a:cubicBezTo>
                  <a:cubicBezTo>
                    <a:pt x="89" y="161"/>
                    <a:pt x="74" y="164"/>
                    <a:pt x="57" y="162"/>
                  </a:cubicBezTo>
                  <a:cubicBezTo>
                    <a:pt x="42" y="162"/>
                    <a:pt x="25" y="159"/>
                    <a:pt x="9" y="155"/>
                  </a:cubicBezTo>
                  <a:cubicBezTo>
                    <a:pt x="25" y="162"/>
                    <a:pt x="40" y="167"/>
                    <a:pt x="57" y="170"/>
                  </a:cubicBezTo>
                  <a:cubicBezTo>
                    <a:pt x="74" y="173"/>
                    <a:pt x="91" y="171"/>
                    <a:pt x="108" y="165"/>
                  </a:cubicBezTo>
                  <a:cubicBezTo>
                    <a:pt x="112" y="164"/>
                    <a:pt x="115" y="162"/>
                    <a:pt x="120" y="159"/>
                  </a:cubicBezTo>
                  <a:cubicBezTo>
                    <a:pt x="122" y="158"/>
                    <a:pt x="125" y="156"/>
                    <a:pt x="126" y="155"/>
                  </a:cubicBezTo>
                  <a:cubicBezTo>
                    <a:pt x="127" y="155"/>
                    <a:pt x="127" y="154"/>
                    <a:pt x="128" y="153"/>
                  </a:cubicBezTo>
                  <a:cubicBezTo>
                    <a:pt x="128" y="153"/>
                    <a:pt x="129" y="152"/>
                    <a:pt x="129" y="151"/>
                  </a:cubicBezTo>
                  <a:lnTo>
                    <a:pt x="129" y="150"/>
                  </a:lnTo>
                  <a:cubicBezTo>
                    <a:pt x="130" y="150"/>
                    <a:pt x="130" y="149"/>
                    <a:pt x="131" y="148"/>
                  </a:cubicBezTo>
                  <a:cubicBezTo>
                    <a:pt x="134" y="139"/>
                    <a:pt x="137" y="131"/>
                    <a:pt x="140" y="122"/>
                  </a:cubicBezTo>
                  <a:cubicBezTo>
                    <a:pt x="145" y="104"/>
                    <a:pt x="145" y="85"/>
                    <a:pt x="142" y="66"/>
                  </a:cubicBezTo>
                  <a:cubicBezTo>
                    <a:pt x="137" y="48"/>
                    <a:pt x="126" y="31"/>
                    <a:pt x="114" y="19"/>
                  </a:cubicBezTo>
                  <a:cubicBezTo>
                    <a:pt x="100" y="6"/>
                    <a:pt x="83" y="-3"/>
                    <a:pt x="65" y="0"/>
                  </a:cubicBezTo>
                  <a:cubicBezTo>
                    <a:pt x="60" y="0"/>
                    <a:pt x="55" y="2"/>
                    <a:pt x="51" y="3"/>
                  </a:cubicBezTo>
                  <a:cubicBezTo>
                    <a:pt x="46" y="5"/>
                    <a:pt x="43" y="6"/>
                    <a:pt x="38" y="9"/>
                  </a:cubicBezTo>
                  <a:cubicBezTo>
                    <a:pt x="31" y="14"/>
                    <a:pt x="25" y="20"/>
                    <a:pt x="18" y="28"/>
                  </a:cubicBezTo>
                  <a:cubicBezTo>
                    <a:pt x="8" y="40"/>
                    <a:pt x="2" y="59"/>
                    <a:pt x="0" y="77"/>
                  </a:cubicBezTo>
                  <a:cubicBezTo>
                    <a:pt x="5" y="60"/>
                    <a:pt x="11" y="43"/>
                    <a:pt x="23" y="3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7" name=""/>
            <p:cNvSpPr/>
            <p:nvPr/>
          </p:nvSpPr>
          <p:spPr>
            <a:xfrm>
              <a:off x="1482840" y="4967640"/>
              <a:ext cx="28800" cy="35280"/>
            </a:xfrm>
            <a:custGeom>
              <a:avLst/>
              <a:gdLst/>
              <a:ahLst/>
              <a:rect l="0" t="0" r="r" b="b"/>
              <a:pathLst>
                <a:path w="80" h="98">
                  <a:moveTo>
                    <a:pt x="0" y="49"/>
                  </a:moveTo>
                  <a:cubicBezTo>
                    <a:pt x="0" y="58"/>
                    <a:pt x="1" y="66"/>
                    <a:pt x="5"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5" y="24"/>
                  </a:cubicBezTo>
                  <a:cubicBezTo>
                    <a:pt x="2" y="32"/>
                    <a:pt x="0" y="40"/>
                    <a:pt x="0" y="4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8" name=""/>
            <p:cNvSpPr/>
            <p:nvPr/>
          </p:nvSpPr>
          <p:spPr>
            <a:xfrm>
              <a:off x="1438200" y="5029920"/>
              <a:ext cx="29520" cy="24120"/>
            </a:xfrm>
            <a:custGeom>
              <a:avLst/>
              <a:gdLst/>
              <a:ahLst/>
              <a:rect l="0" t="0" r="r" b="b"/>
              <a:pathLst>
                <a:path w="82" h="67">
                  <a:moveTo>
                    <a:pt x="82" y="0"/>
                  </a:moveTo>
                  <a:cubicBezTo>
                    <a:pt x="55" y="0"/>
                    <a:pt x="27" y="0"/>
                    <a:pt x="0" y="0"/>
                  </a:cubicBezTo>
                  <a:cubicBezTo>
                    <a:pt x="0" y="22"/>
                    <a:pt x="0" y="45"/>
                    <a:pt x="0" y="67"/>
                  </a:cubicBezTo>
                  <a:cubicBezTo>
                    <a:pt x="27" y="67"/>
                    <a:pt x="55" y="67"/>
                    <a:pt x="82" y="67"/>
                  </a:cubicBezTo>
                  <a:cubicBezTo>
                    <a:pt x="82" y="45"/>
                    <a:pt x="82" y="22"/>
                    <a:pt x="82"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49" name=""/>
            <p:cNvSpPr/>
            <p:nvPr/>
          </p:nvSpPr>
          <p:spPr>
            <a:xfrm>
              <a:off x="1397880" y="5009400"/>
              <a:ext cx="110880" cy="39240"/>
            </a:xfrm>
            <a:custGeom>
              <a:avLst/>
              <a:gdLst/>
              <a:ahLst/>
              <a:rect l="0" t="0" r="r" b="b"/>
              <a:pathLst>
                <a:path w="308" h="109">
                  <a:moveTo>
                    <a:pt x="75" y="94"/>
                  </a:moveTo>
                  <a:cubicBezTo>
                    <a:pt x="91" y="92"/>
                    <a:pt x="106" y="88"/>
                    <a:pt x="119" y="81"/>
                  </a:cubicBezTo>
                  <a:cubicBezTo>
                    <a:pt x="131" y="73"/>
                    <a:pt x="140" y="63"/>
                    <a:pt x="142" y="52"/>
                  </a:cubicBezTo>
                  <a:cubicBezTo>
                    <a:pt x="145" y="35"/>
                    <a:pt x="149" y="17"/>
                    <a:pt x="152" y="0"/>
                  </a:cubicBezTo>
                  <a:cubicBezTo>
                    <a:pt x="156" y="17"/>
                    <a:pt x="159" y="35"/>
                    <a:pt x="163" y="52"/>
                  </a:cubicBezTo>
                  <a:cubicBezTo>
                    <a:pt x="166" y="64"/>
                    <a:pt x="173" y="73"/>
                    <a:pt x="186" y="81"/>
                  </a:cubicBezTo>
                  <a:cubicBezTo>
                    <a:pt x="198" y="88"/>
                    <a:pt x="214" y="94"/>
                    <a:pt x="229" y="94"/>
                  </a:cubicBezTo>
                  <a:cubicBezTo>
                    <a:pt x="246" y="94"/>
                    <a:pt x="262" y="92"/>
                    <a:pt x="275" y="84"/>
                  </a:cubicBezTo>
                  <a:cubicBezTo>
                    <a:pt x="289" y="78"/>
                    <a:pt x="302" y="67"/>
                    <a:pt x="308" y="54"/>
                  </a:cubicBezTo>
                  <a:cubicBezTo>
                    <a:pt x="306" y="69"/>
                    <a:pt x="297" y="83"/>
                    <a:pt x="283" y="92"/>
                  </a:cubicBezTo>
                  <a:cubicBezTo>
                    <a:pt x="269" y="101"/>
                    <a:pt x="249" y="107"/>
                    <a:pt x="231" y="109"/>
                  </a:cubicBezTo>
                  <a:cubicBezTo>
                    <a:pt x="211" y="110"/>
                    <a:pt x="192" y="106"/>
                    <a:pt x="175" y="97"/>
                  </a:cubicBezTo>
                  <a:cubicBezTo>
                    <a:pt x="166" y="92"/>
                    <a:pt x="160" y="86"/>
                    <a:pt x="154" y="78"/>
                  </a:cubicBezTo>
                  <a:cubicBezTo>
                    <a:pt x="148" y="86"/>
                    <a:pt x="140" y="92"/>
                    <a:pt x="132" y="97"/>
                  </a:cubicBezTo>
                  <a:cubicBezTo>
                    <a:pt x="115" y="106"/>
                    <a:pt x="95" y="110"/>
                    <a:pt x="77" y="109"/>
                  </a:cubicBezTo>
                  <a:cubicBezTo>
                    <a:pt x="59" y="109"/>
                    <a:pt x="39" y="103"/>
                    <a:pt x="25" y="92"/>
                  </a:cubicBezTo>
                  <a:cubicBezTo>
                    <a:pt x="11" y="83"/>
                    <a:pt x="0" y="67"/>
                    <a:pt x="0" y="54"/>
                  </a:cubicBezTo>
                  <a:cubicBezTo>
                    <a:pt x="3" y="66"/>
                    <a:pt x="15" y="77"/>
                    <a:pt x="29" y="84"/>
                  </a:cubicBezTo>
                  <a:cubicBezTo>
                    <a:pt x="43" y="90"/>
                    <a:pt x="60" y="94"/>
                    <a:pt x="75" y="9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0" name=""/>
            <p:cNvSpPr/>
            <p:nvPr/>
          </p:nvSpPr>
          <p:spPr>
            <a:xfrm>
              <a:off x="1432080" y="5002200"/>
              <a:ext cx="42120" cy="19800"/>
            </a:xfrm>
            <a:custGeom>
              <a:avLst/>
              <a:gdLst/>
              <a:ahLst/>
              <a:rect l="0" t="0" r="r" b="b"/>
              <a:pathLst>
                <a:path w="117" h="55">
                  <a:moveTo>
                    <a:pt x="59" y="0"/>
                  </a:moveTo>
                  <a:cubicBezTo>
                    <a:pt x="70" y="0"/>
                    <a:pt x="102" y="0"/>
                    <a:pt x="114" y="9"/>
                  </a:cubicBezTo>
                  <a:cubicBezTo>
                    <a:pt x="122" y="15"/>
                    <a:pt x="116" y="30"/>
                    <a:pt x="96" y="44"/>
                  </a:cubicBezTo>
                  <a:cubicBezTo>
                    <a:pt x="82" y="54"/>
                    <a:pt x="70" y="55"/>
                    <a:pt x="60" y="55"/>
                  </a:cubicBezTo>
                  <a:cubicBezTo>
                    <a:pt x="50" y="55"/>
                    <a:pt x="37" y="52"/>
                    <a:pt x="25" y="44"/>
                  </a:cubicBezTo>
                  <a:cubicBezTo>
                    <a:pt x="0" y="30"/>
                    <a:pt x="-4" y="15"/>
                    <a:pt x="4" y="9"/>
                  </a:cubicBezTo>
                  <a:cubicBezTo>
                    <a:pt x="14" y="0"/>
                    <a:pt x="48" y="0"/>
                    <a:pt x="59"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51" name=""/>
          <p:cNvGrpSpPr/>
          <p:nvPr/>
        </p:nvGrpSpPr>
        <p:grpSpPr>
          <a:xfrm>
            <a:off x="6320520" y="4745520"/>
            <a:ext cx="497520" cy="397440"/>
            <a:chOff x="6320520" y="4745520"/>
            <a:chExt cx="497520" cy="397440"/>
          </a:xfrm>
        </p:grpSpPr>
        <p:sp>
          <p:nvSpPr>
            <p:cNvPr id="52" name=""/>
            <p:cNvSpPr/>
            <p:nvPr/>
          </p:nvSpPr>
          <p:spPr>
            <a:xfrm>
              <a:off x="6666480" y="4873320"/>
              <a:ext cx="151560" cy="228960"/>
            </a:xfrm>
            <a:custGeom>
              <a:avLst/>
              <a:gdLst/>
              <a:ahLst/>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3" name=""/>
            <p:cNvSpPr/>
            <p:nvPr/>
          </p:nvSpPr>
          <p:spPr>
            <a:xfrm>
              <a:off x="6652440" y="4866480"/>
              <a:ext cx="143640" cy="234000"/>
            </a:xfrm>
            <a:custGeom>
              <a:avLst/>
              <a:gdLst/>
              <a:ahLst/>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4" name=""/>
            <p:cNvSpPr/>
            <p:nvPr/>
          </p:nvSpPr>
          <p:spPr>
            <a:xfrm>
              <a:off x="6652440" y="4862160"/>
              <a:ext cx="135360" cy="235080"/>
            </a:xfrm>
            <a:custGeom>
              <a:avLst/>
              <a:gdLst/>
              <a:ahLst/>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5" name=""/>
            <p:cNvSpPr/>
            <p:nvPr/>
          </p:nvSpPr>
          <p:spPr>
            <a:xfrm>
              <a:off x="6320520" y="4900680"/>
              <a:ext cx="230040" cy="214200"/>
            </a:xfrm>
            <a:custGeom>
              <a:avLst/>
              <a:gdLst/>
              <a:ahLst/>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6" name=""/>
            <p:cNvSpPr/>
            <p:nvPr/>
          </p:nvSpPr>
          <p:spPr>
            <a:xfrm>
              <a:off x="6404400" y="4830120"/>
              <a:ext cx="267480" cy="312840"/>
            </a:xfrm>
            <a:custGeom>
              <a:avLst/>
              <a:gdLst/>
              <a:ahLst/>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7" name=""/>
            <p:cNvSpPr/>
            <p:nvPr/>
          </p:nvSpPr>
          <p:spPr>
            <a:xfrm>
              <a:off x="6507720" y="4935960"/>
              <a:ext cx="100080" cy="183960"/>
            </a:xfrm>
            <a:custGeom>
              <a:avLst/>
              <a:gdLst/>
              <a:ahLst/>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8" name=""/>
            <p:cNvSpPr/>
            <p:nvPr/>
          </p:nvSpPr>
          <p:spPr>
            <a:xfrm>
              <a:off x="6506640" y="4818600"/>
              <a:ext cx="180000" cy="281880"/>
            </a:xfrm>
            <a:custGeom>
              <a:avLst/>
              <a:gdLst/>
              <a:ahLst/>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59" name=""/>
            <p:cNvSpPr/>
            <p:nvPr/>
          </p:nvSpPr>
          <p:spPr>
            <a:xfrm>
              <a:off x="6503040" y="4811040"/>
              <a:ext cx="196920" cy="290520"/>
            </a:xfrm>
            <a:custGeom>
              <a:avLst/>
              <a:gdLst/>
              <a:ahLst/>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0" name=""/>
            <p:cNvSpPr/>
            <p:nvPr/>
          </p:nvSpPr>
          <p:spPr>
            <a:xfrm>
              <a:off x="6422400" y="4748760"/>
              <a:ext cx="46800" cy="48960"/>
            </a:xfrm>
            <a:custGeom>
              <a:avLst/>
              <a:gdLst/>
              <a:ahLst/>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1" name=""/>
            <p:cNvSpPr/>
            <p:nvPr/>
          </p:nvSpPr>
          <p:spPr>
            <a:xfrm>
              <a:off x="6350760" y="4745520"/>
              <a:ext cx="162720" cy="192600"/>
            </a:xfrm>
            <a:custGeom>
              <a:avLst/>
              <a:gdLst/>
              <a:ahLst/>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2" name=""/>
            <p:cNvSpPr/>
            <p:nvPr/>
          </p:nvSpPr>
          <p:spPr>
            <a:xfrm>
              <a:off x="6446160" y="4768560"/>
              <a:ext cx="36360" cy="70560"/>
            </a:xfrm>
            <a:custGeom>
              <a:avLst/>
              <a:gdLst/>
              <a:ahLst/>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3" name=""/>
            <p:cNvSpPr/>
            <p:nvPr/>
          </p:nvSpPr>
          <p:spPr>
            <a:xfrm>
              <a:off x="6387840" y="4827600"/>
              <a:ext cx="48960" cy="45000"/>
            </a:xfrm>
            <a:custGeom>
              <a:avLst/>
              <a:gdLst/>
              <a:ahLst/>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4" name=""/>
            <p:cNvSpPr/>
            <p:nvPr/>
          </p:nvSpPr>
          <p:spPr>
            <a:xfrm>
              <a:off x="6395040" y="4837680"/>
              <a:ext cx="29880" cy="27360"/>
            </a:xfrm>
            <a:custGeom>
              <a:avLst/>
              <a:gdLst/>
              <a:ahLst/>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5" name=""/>
            <p:cNvSpPr/>
            <p:nvPr/>
          </p:nvSpPr>
          <p:spPr>
            <a:xfrm>
              <a:off x="6381000" y="4843440"/>
              <a:ext cx="141480" cy="120960"/>
            </a:xfrm>
            <a:custGeom>
              <a:avLst/>
              <a:gdLst/>
              <a:ahLst/>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66" name=""/>
            <p:cNvSpPr/>
            <p:nvPr/>
          </p:nvSpPr>
          <p:spPr>
            <a:xfrm>
              <a:off x="6335640" y="4924800"/>
              <a:ext cx="181440" cy="91800"/>
            </a:xfrm>
            <a:custGeom>
              <a:avLst/>
              <a:gdLst/>
              <a:ahLst/>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67" name=""/>
          <p:cNvGrpSpPr/>
          <p:nvPr/>
        </p:nvGrpSpPr>
        <p:grpSpPr>
          <a:xfrm>
            <a:off x="8819640" y="3959640"/>
            <a:ext cx="900000" cy="1080000"/>
            <a:chOff x="8819640" y="3959640"/>
            <a:chExt cx="900000" cy="1080000"/>
          </a:xfrm>
        </p:grpSpPr>
        <p:sp>
          <p:nvSpPr>
            <p:cNvPr id="68" name=""/>
            <p:cNvSpPr/>
            <p:nvPr/>
          </p:nvSpPr>
          <p:spPr>
            <a:xfrm>
              <a:off x="9180000" y="4139640"/>
              <a:ext cx="179640" cy="900000"/>
            </a:xfrm>
            <a:prstGeom prst="rect">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69" name=""/>
            <p:cNvSpPr/>
            <p:nvPr/>
          </p:nvSpPr>
          <p:spPr>
            <a:xfrm>
              <a:off x="8819640" y="4499640"/>
              <a:ext cx="90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0" name=""/>
            <p:cNvSpPr/>
            <p:nvPr/>
          </p:nvSpPr>
          <p:spPr>
            <a:xfrm>
              <a:off x="8910000" y="4319640"/>
              <a:ext cx="72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1" name=""/>
            <p:cNvSpPr/>
            <p:nvPr/>
          </p:nvSpPr>
          <p:spPr>
            <a:xfrm>
              <a:off x="8999640" y="4139640"/>
              <a:ext cx="54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2" name=""/>
            <p:cNvSpPr/>
            <p:nvPr/>
          </p:nvSpPr>
          <p:spPr>
            <a:xfrm>
              <a:off x="9089640" y="3959640"/>
              <a:ext cx="35964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grpSp>
        <p:nvGrpSpPr>
          <p:cNvPr id="73" name=""/>
          <p:cNvGrpSpPr/>
          <p:nvPr/>
        </p:nvGrpSpPr>
        <p:grpSpPr>
          <a:xfrm>
            <a:off x="7920000" y="4050000"/>
            <a:ext cx="720000" cy="990000"/>
            <a:chOff x="7920000" y="4050000"/>
            <a:chExt cx="720000" cy="990000"/>
          </a:xfrm>
        </p:grpSpPr>
        <p:sp>
          <p:nvSpPr>
            <p:cNvPr id="74" name=""/>
            <p:cNvSpPr/>
            <p:nvPr/>
          </p:nvSpPr>
          <p:spPr>
            <a:xfrm>
              <a:off x="8190000" y="4139640"/>
              <a:ext cx="180000" cy="900360"/>
            </a:xfrm>
            <a:prstGeom prst="rect">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5" name=""/>
            <p:cNvSpPr/>
            <p:nvPr/>
          </p:nvSpPr>
          <p:spPr>
            <a:xfrm>
              <a:off x="7920000" y="4410000"/>
              <a:ext cx="72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6" name=""/>
            <p:cNvSpPr/>
            <p:nvPr/>
          </p:nvSpPr>
          <p:spPr>
            <a:xfrm>
              <a:off x="8010000" y="4230000"/>
              <a:ext cx="53964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7" name=""/>
            <p:cNvSpPr/>
            <p:nvPr/>
          </p:nvSpPr>
          <p:spPr>
            <a:xfrm>
              <a:off x="8099640" y="4050000"/>
              <a:ext cx="36036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grpSp>
        <p:nvGrpSpPr>
          <p:cNvPr id="78" name=""/>
          <p:cNvGrpSpPr/>
          <p:nvPr/>
        </p:nvGrpSpPr>
        <p:grpSpPr>
          <a:xfrm>
            <a:off x="8819640" y="3600000"/>
            <a:ext cx="360000" cy="270000"/>
            <a:chOff x="8819640" y="3600000"/>
            <a:chExt cx="360000" cy="270000"/>
          </a:xfrm>
        </p:grpSpPr>
        <p:sp>
          <p:nvSpPr>
            <p:cNvPr id="79" name=""/>
            <p:cNvSpPr/>
            <p:nvPr/>
          </p:nvSpPr>
          <p:spPr>
            <a:xfrm>
              <a:off x="8968320" y="3600000"/>
              <a:ext cx="87480" cy="156600"/>
            </a:xfrm>
            <a:custGeom>
              <a:avLst/>
              <a:gdLst/>
              <a:ahLst/>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0" name=""/>
            <p:cNvSpPr/>
            <p:nvPr/>
          </p:nvSpPr>
          <p:spPr>
            <a:xfrm>
              <a:off x="8819640" y="3600000"/>
              <a:ext cx="326520" cy="270000"/>
            </a:xfrm>
            <a:custGeom>
              <a:avLst/>
              <a:gdLst/>
              <a:ahLst/>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1" name=""/>
            <p:cNvSpPr/>
            <p:nvPr/>
          </p:nvSpPr>
          <p:spPr>
            <a:xfrm>
              <a:off x="9140040" y="3718800"/>
              <a:ext cx="39600" cy="27360"/>
            </a:xfrm>
            <a:custGeom>
              <a:avLst/>
              <a:gdLst/>
              <a:ahLst/>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2" name=""/>
            <p:cNvSpPr/>
            <p:nvPr/>
          </p:nvSpPr>
          <p:spPr>
            <a:xfrm>
              <a:off x="9094320" y="3720960"/>
              <a:ext cx="20880" cy="20160"/>
            </a:xfrm>
            <a:custGeom>
              <a:avLst/>
              <a:gdLst/>
              <a:ahLst/>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3" name=""/>
            <p:cNvSpPr/>
            <p:nvPr/>
          </p:nvSpPr>
          <p:spPr>
            <a:xfrm>
              <a:off x="8844120" y="3641760"/>
              <a:ext cx="50040" cy="20160"/>
            </a:xfrm>
            <a:custGeom>
              <a:avLst/>
              <a:gdLst/>
              <a:ahLst/>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4" name=""/>
            <p:cNvSpPr/>
            <p:nvPr/>
          </p:nvSpPr>
          <p:spPr>
            <a:xfrm>
              <a:off x="8861040" y="3690720"/>
              <a:ext cx="56880" cy="11520"/>
            </a:xfrm>
            <a:custGeom>
              <a:avLst/>
              <a:gdLst/>
              <a:ahLst/>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5" name=""/>
            <p:cNvSpPr/>
            <p:nvPr/>
          </p:nvSpPr>
          <p:spPr>
            <a:xfrm>
              <a:off x="8886960" y="3728520"/>
              <a:ext cx="51480" cy="6840"/>
            </a:xfrm>
            <a:custGeom>
              <a:avLst/>
              <a:gdLst/>
              <a:ahLst/>
              <a:rect l="0" t="0" r="r" b="b"/>
              <a:pathLst>
                <a:path w="143" h="19">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6" name=""/>
            <p:cNvSpPr/>
            <p:nvPr/>
          </p:nvSpPr>
          <p:spPr>
            <a:xfrm>
              <a:off x="8918640" y="3765240"/>
              <a:ext cx="47160" cy="6840"/>
            </a:xfrm>
            <a:custGeom>
              <a:avLst/>
              <a:gdLst/>
              <a:ahLst/>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87" name=""/>
          <p:cNvGrpSpPr/>
          <p:nvPr/>
        </p:nvGrpSpPr>
        <p:grpSpPr>
          <a:xfrm>
            <a:off x="8459280" y="3779640"/>
            <a:ext cx="360000" cy="270000"/>
            <a:chOff x="8459280" y="3779640"/>
            <a:chExt cx="360000" cy="270000"/>
          </a:xfrm>
        </p:grpSpPr>
        <p:sp>
          <p:nvSpPr>
            <p:cNvPr id="88" name=""/>
            <p:cNvSpPr/>
            <p:nvPr/>
          </p:nvSpPr>
          <p:spPr>
            <a:xfrm>
              <a:off x="8607960" y="3779640"/>
              <a:ext cx="87480" cy="156600"/>
            </a:xfrm>
            <a:custGeom>
              <a:avLst/>
              <a:gdLst/>
              <a:ahLst/>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89" name=""/>
            <p:cNvSpPr/>
            <p:nvPr/>
          </p:nvSpPr>
          <p:spPr>
            <a:xfrm>
              <a:off x="8459280" y="3779640"/>
              <a:ext cx="326520" cy="270000"/>
            </a:xfrm>
            <a:custGeom>
              <a:avLst/>
              <a:gdLst/>
              <a:ahLst/>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0" name=""/>
            <p:cNvSpPr/>
            <p:nvPr/>
          </p:nvSpPr>
          <p:spPr>
            <a:xfrm>
              <a:off x="8779680" y="3898440"/>
              <a:ext cx="39600" cy="27360"/>
            </a:xfrm>
            <a:custGeom>
              <a:avLst/>
              <a:gdLst/>
              <a:ahLst/>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1" name=""/>
            <p:cNvSpPr/>
            <p:nvPr/>
          </p:nvSpPr>
          <p:spPr>
            <a:xfrm>
              <a:off x="8733960" y="3900600"/>
              <a:ext cx="20880" cy="20160"/>
            </a:xfrm>
            <a:custGeom>
              <a:avLst/>
              <a:gdLst/>
              <a:ahLst/>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2" name=""/>
            <p:cNvSpPr/>
            <p:nvPr/>
          </p:nvSpPr>
          <p:spPr>
            <a:xfrm>
              <a:off x="8483760" y="3821400"/>
              <a:ext cx="50040" cy="20160"/>
            </a:xfrm>
            <a:custGeom>
              <a:avLst/>
              <a:gdLst/>
              <a:ahLst/>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3" name=""/>
            <p:cNvSpPr/>
            <p:nvPr/>
          </p:nvSpPr>
          <p:spPr>
            <a:xfrm>
              <a:off x="8500680" y="3870360"/>
              <a:ext cx="56880" cy="11520"/>
            </a:xfrm>
            <a:custGeom>
              <a:avLst/>
              <a:gdLst/>
              <a:ahLst/>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4" name=""/>
            <p:cNvSpPr/>
            <p:nvPr/>
          </p:nvSpPr>
          <p:spPr>
            <a:xfrm>
              <a:off x="8526600" y="3908160"/>
              <a:ext cx="51480" cy="7200"/>
            </a:xfrm>
            <a:custGeom>
              <a:avLst/>
              <a:gdLst/>
              <a:ahLst/>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95" name=""/>
            <p:cNvSpPr/>
            <p:nvPr/>
          </p:nvSpPr>
          <p:spPr>
            <a:xfrm>
              <a:off x="8558280" y="3944880"/>
              <a:ext cx="47160" cy="6840"/>
            </a:xfrm>
            <a:custGeom>
              <a:avLst/>
              <a:gdLst/>
              <a:ahLst/>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sp>
        <p:nvSpPr>
          <p:cNvPr id="96" name="PlaceHolder 1"/>
          <p:cNvSpPr>
            <a:spLocks noGrp="1"/>
          </p:cNvSpPr>
          <p:nvPr>
            <p:ph type="title"/>
          </p:nvPr>
        </p:nvSpPr>
        <p:spPr>
          <a:xfrm>
            <a:off x="539280" y="179640"/>
            <a:ext cx="9000360" cy="900000"/>
          </a:xfrm>
          <a:prstGeom prst="rect">
            <a:avLst/>
          </a:prstGeom>
          <a:noFill/>
          <a:ln w="0">
            <a:noFill/>
          </a:ln>
        </p:spPr>
        <p:txBody>
          <a:bodyPr lIns="0" rIns="0" tIns="0" bIns="0" anchor="ctr">
            <a:noAutofit/>
          </a:bodyPr>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97" name="PlaceHolder 2"/>
          <p:cNvSpPr>
            <a:spLocks noGrp="1"/>
          </p:cNvSpPr>
          <p:nvPr>
            <p:ph type="body"/>
          </p:nvPr>
        </p:nvSpPr>
        <p:spPr>
          <a:xfrm>
            <a:off x="539280" y="1259640"/>
            <a:ext cx="9000360" cy="3420000"/>
          </a:xfrm>
          <a:prstGeom prst="rect">
            <a:avLst/>
          </a:prstGeom>
          <a:noFill/>
          <a:ln w="0">
            <a:noFill/>
          </a:ln>
        </p:spPr>
        <p:txBody>
          <a:bodyPr lIns="0" rIns="0" tIns="0" bIns="0" anchor="t">
            <a:normAutofit fontScale="85000" lnSpcReduction="19999"/>
          </a:bodyPr>
          <a:p>
            <a:pPr marL="432000" indent="-324000">
              <a:spcBef>
                <a:spcPts val="105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Bef>
                <a:spcPts val="848"/>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Bef>
                <a:spcPts val="632"/>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Bef>
                <a:spcPts val="420"/>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Bef>
                <a:spcPts val="207"/>
              </a:spcBef>
              <a:buClr>
                <a:srgbClr val="000000"/>
              </a:buClr>
              <a:buSzPct val="45000"/>
              <a:buFont typeface="Wingdings" charset="2"/>
              <a:buChar char=""/>
            </a:pPr>
            <a:r>
              <a:rPr lang="en-US" sz="2660" b="0" u="none" strike="noStrike">
                <a:solidFill>
                  <a:srgbClr val="000000"/>
                </a:solidFill>
                <a:effectLst/>
                <a:uFillTx/>
                <a:latin typeface="Arial"/>
              </a:rPr>
              <a:t>Fifth Outline Level</a:t>
            </a:r>
            <a:endParaRPr lang="en-US" sz="2660" b="0" u="none" strike="noStrike">
              <a:solidFill>
                <a:srgbClr val="000000"/>
              </a:solidFill>
              <a:effectLst/>
              <a:uFillTx/>
              <a:latin typeface="Arial"/>
            </a:endParaRPr>
          </a:p>
          <a:p>
            <a:pPr marL="2592000" lvl="5" indent="-216000">
              <a:spcBef>
                <a:spcPts val="369"/>
              </a:spcBef>
              <a:buClr>
                <a:srgbClr val="000000"/>
              </a:buClr>
              <a:buSzPct val="45000"/>
              <a:buFont typeface="Wingdings" charset="2"/>
              <a:buChar char=""/>
            </a:pPr>
            <a:r>
              <a:rPr lang="en-US" sz="4730" b="0" u="none" strike="noStrike">
                <a:solidFill>
                  <a:srgbClr val="000000"/>
                </a:solidFill>
                <a:effectLst/>
                <a:uFillTx/>
                <a:latin typeface="Arial"/>
              </a:rPr>
              <a:t>Sixth Outline Level</a:t>
            </a:r>
            <a:endParaRPr lang="en-US" sz="4730" b="0" u="none" strike="noStrike">
              <a:solidFill>
                <a:srgbClr val="000000"/>
              </a:solidFill>
              <a:effectLst/>
              <a:uFillTx/>
              <a:latin typeface="Arial"/>
            </a:endParaRPr>
          </a:p>
          <a:p>
            <a:pPr marL="3024000" lvl="6" indent="-216000">
              <a:spcBef>
                <a:spcPts val="655"/>
              </a:spcBef>
              <a:buClr>
                <a:srgbClr val="000000"/>
              </a:buClr>
              <a:buSzPct val="45000"/>
              <a:buFont typeface="Wingdings" charset="2"/>
              <a:buChar char=""/>
            </a:pPr>
            <a:r>
              <a:rPr lang="en-US" sz="8420" b="0" u="none" strike="noStrike">
                <a:solidFill>
                  <a:srgbClr val="000000"/>
                </a:solidFill>
                <a:effectLst/>
                <a:uFillTx/>
                <a:latin typeface="Arial"/>
              </a:rPr>
              <a:t>Seventh Outline Level</a:t>
            </a:r>
            <a:endParaRPr lang="en-US" sz="8420" b="0" u="none" strike="noStrike">
              <a:solidFill>
                <a:srgbClr val="000000"/>
              </a:solidFill>
              <a:effectLst/>
              <a:uFillTx/>
              <a:latin typeface="Arial"/>
            </a:endParaRPr>
          </a:p>
        </p:txBody>
      </p:sp>
      <p:sp>
        <p:nvSpPr>
          <p:cNvPr id="98" name="PlaceHolder 3"/>
          <p:cNvSpPr>
            <a:spLocks noGrp="1"/>
          </p:cNvSpPr>
          <p:nvPr>
            <p:ph type="dt" idx="1"/>
          </p:nvPr>
        </p:nvSpPr>
        <p:spPr>
          <a:xfrm>
            <a:off x="503640" y="5164920"/>
            <a:ext cx="2348280" cy="390960"/>
          </a:xfrm>
          <a:prstGeom prst="rect">
            <a:avLst/>
          </a:prstGeom>
          <a:noFill/>
          <a:ln w="0">
            <a:noFill/>
          </a:ln>
        </p:spPr>
        <p:txBody>
          <a:bodyPr lIns="0" rIns="0" tIns="0" bIns="0" anchor="t">
            <a:spAutoFit/>
          </a:bodyPr>
          <a:lstStyle>
            <a:lvl1pPr indent="0">
              <a:buNone/>
              <a:defRPr lang="en-US" sz="1400" b="0" u="none" strike="noStrike">
                <a:solidFill>
                  <a:srgbClr val="000000"/>
                </a:solidFill>
                <a:effectLst/>
                <a:uFillTx/>
                <a:latin typeface="Arial"/>
              </a:defRPr>
            </a:lvl1pPr>
          </a:lstStyle>
          <a:p>
            <a:pPr indent="0">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99" name="PlaceHolder 4"/>
          <p:cNvSpPr>
            <a:spLocks noGrp="1"/>
          </p:cNvSpPr>
          <p:nvPr>
            <p:ph type="ftr" idx="2"/>
          </p:nvPr>
        </p:nvSpPr>
        <p:spPr>
          <a:xfrm>
            <a:off x="3447000" y="5164920"/>
            <a:ext cx="3195000" cy="390960"/>
          </a:xfrm>
          <a:prstGeom prst="rect">
            <a:avLst/>
          </a:prstGeom>
          <a:noFill/>
          <a:ln w="0">
            <a:noFill/>
          </a:ln>
        </p:spPr>
        <p:txBody>
          <a:bodyPr lIns="0" rIns="0" tIns="0" bIns="0" anchor="t">
            <a:sp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100" name="PlaceHolder 5"/>
          <p:cNvSpPr>
            <a:spLocks noGrp="1"/>
          </p:cNvSpPr>
          <p:nvPr>
            <p:ph type="sldNum" idx="3"/>
          </p:nvPr>
        </p:nvSpPr>
        <p:spPr>
          <a:xfrm>
            <a:off x="7226640" y="5164920"/>
            <a:ext cx="2348280" cy="390960"/>
          </a:xfrm>
          <a:prstGeom prst="rect">
            <a:avLst/>
          </a:prstGeom>
          <a:noFill/>
          <a:ln w="0">
            <a:noFill/>
          </a:ln>
        </p:spPr>
        <p:txBody>
          <a:bodyPr lIns="0" rIns="0" tIns="0" bIns="0" anchor="t">
            <a:spAutoFit/>
          </a:bodyPr>
          <a:lstStyle>
            <a:lvl1pPr indent="0" algn="r">
              <a:buNone/>
              <a:defRPr lang="en-US" sz="1400" b="0" u="none" strike="noStrike">
                <a:solidFill>
                  <a:srgbClr val="000000"/>
                </a:solidFill>
                <a:effectLst/>
                <a:uFillTx/>
                <a:latin typeface="Arial"/>
              </a:defRPr>
            </a:lvl1pPr>
          </a:lstStyle>
          <a:p>
            <a:pPr indent="0" algn="r">
              <a:buNone/>
            </a:pPr>
            <a:fld id="{68E09B4E-9473-4331-9306-0A1FEBB05EF3}"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Forestbird">
    <p:spTree>
      <p:nvGrpSpPr>
        <p:cNvPr id="1" name=""/>
        <p:cNvGrpSpPr/>
        <p:nvPr/>
      </p:nvGrpSpPr>
      <p:grpSpPr>
        <a:xfrm>
          <a:off x="0" y="0"/>
          <a:ext cx="0" cy="0"/>
          <a:chOff x="0" y="0"/>
          <a:chExt cx="0" cy="0"/>
        </a:xfrm>
      </p:grpSpPr>
      <p:sp>
        <p:nvSpPr>
          <p:cNvPr id="2" name=""/>
          <p:cNvSpPr/>
          <p:nvPr/>
        </p:nvSpPr>
        <p:spPr>
          <a:xfrm>
            <a:off x="0" y="5039640"/>
            <a:ext cx="10080000" cy="630000"/>
          </a:xfrm>
          <a:prstGeom prst="rect">
            <a:avLst/>
          </a:prstGeom>
          <a:solidFill>
            <a:srgbClr val="9ecf6c"/>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nvGrpSpPr>
          <p:cNvPr id="101" name=""/>
          <p:cNvGrpSpPr/>
          <p:nvPr/>
        </p:nvGrpSpPr>
        <p:grpSpPr>
          <a:xfrm>
            <a:off x="2727000" y="4707720"/>
            <a:ext cx="507240" cy="664200"/>
            <a:chOff x="2727000" y="4707720"/>
            <a:chExt cx="507240" cy="664200"/>
          </a:xfrm>
        </p:grpSpPr>
        <p:sp>
          <p:nvSpPr>
            <p:cNvPr id="102" name=""/>
            <p:cNvSpPr/>
            <p:nvPr/>
          </p:nvSpPr>
          <p:spPr>
            <a:xfrm>
              <a:off x="3145320" y="5162760"/>
              <a:ext cx="88920" cy="97200"/>
            </a:xfrm>
            <a:custGeom>
              <a:avLst/>
              <a:gdLst/>
              <a:ahLst/>
              <a:rect l="0" t="0" r="r" b="b"/>
              <a:pathLst>
                <a:path w="247" h="270">
                  <a:moveTo>
                    <a:pt x="247" y="135"/>
                  </a:moveTo>
                  <a:cubicBezTo>
                    <a:pt x="247" y="159"/>
                    <a:pt x="241" y="182"/>
                    <a:pt x="230" y="203"/>
                  </a:cubicBezTo>
                  <a:cubicBezTo>
                    <a:pt x="219" y="223"/>
                    <a:pt x="204" y="240"/>
                    <a:pt x="185" y="252"/>
                  </a:cubicBezTo>
                  <a:cubicBezTo>
                    <a:pt x="166" y="264"/>
                    <a:pt x="145" y="270"/>
                    <a:pt x="124" y="270"/>
                  </a:cubicBezTo>
                  <a:cubicBezTo>
                    <a:pt x="102" y="270"/>
                    <a:pt x="81" y="264"/>
                    <a:pt x="62" y="252"/>
                  </a:cubicBezTo>
                  <a:cubicBezTo>
                    <a:pt x="43" y="240"/>
                    <a:pt x="28" y="223"/>
                    <a:pt x="17" y="203"/>
                  </a:cubicBezTo>
                  <a:cubicBezTo>
                    <a:pt x="6" y="182"/>
                    <a:pt x="0" y="159"/>
                    <a:pt x="0" y="135"/>
                  </a:cubicBezTo>
                  <a:cubicBezTo>
                    <a:pt x="0" y="111"/>
                    <a:pt x="6" y="88"/>
                    <a:pt x="17" y="67"/>
                  </a:cubicBezTo>
                  <a:cubicBezTo>
                    <a:pt x="28" y="47"/>
                    <a:pt x="43" y="30"/>
                    <a:pt x="62" y="18"/>
                  </a:cubicBezTo>
                  <a:cubicBezTo>
                    <a:pt x="81" y="6"/>
                    <a:pt x="102" y="0"/>
                    <a:pt x="124" y="0"/>
                  </a:cubicBezTo>
                  <a:cubicBezTo>
                    <a:pt x="145" y="0"/>
                    <a:pt x="166" y="6"/>
                    <a:pt x="185" y="18"/>
                  </a:cubicBezTo>
                  <a:cubicBezTo>
                    <a:pt x="204" y="30"/>
                    <a:pt x="219" y="47"/>
                    <a:pt x="230" y="67"/>
                  </a:cubicBezTo>
                  <a:cubicBezTo>
                    <a:pt x="241" y="88"/>
                    <a:pt x="247" y="111"/>
                    <a:pt x="247" y="1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3" name=""/>
            <p:cNvSpPr/>
            <p:nvPr/>
          </p:nvSpPr>
          <p:spPr>
            <a:xfrm>
              <a:off x="3048120" y="5151600"/>
              <a:ext cx="153720" cy="193680"/>
            </a:xfrm>
            <a:custGeom>
              <a:avLst/>
              <a:gdLst/>
              <a:ahLst/>
              <a:rect l="0" t="0" r="r" b="b"/>
              <a:pathLst>
                <a:path w="427" h="538">
                  <a:moveTo>
                    <a:pt x="403" y="452"/>
                  </a:moveTo>
                  <a:cubicBezTo>
                    <a:pt x="495" y="104"/>
                    <a:pt x="301" y="151"/>
                    <a:pt x="250" y="0"/>
                  </a:cubicBezTo>
                  <a:cubicBezTo>
                    <a:pt x="177" y="36"/>
                    <a:pt x="104" y="71"/>
                    <a:pt x="31" y="107"/>
                  </a:cubicBezTo>
                  <a:cubicBezTo>
                    <a:pt x="31" y="104"/>
                    <a:pt x="-36" y="440"/>
                    <a:pt x="28" y="514"/>
                  </a:cubicBezTo>
                  <a:cubicBezTo>
                    <a:pt x="78" y="569"/>
                    <a:pt x="384" y="523"/>
                    <a:pt x="403" y="45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4" name=""/>
            <p:cNvSpPr/>
            <p:nvPr/>
          </p:nvSpPr>
          <p:spPr>
            <a:xfrm>
              <a:off x="3058920" y="5259600"/>
              <a:ext cx="91080" cy="46800"/>
            </a:xfrm>
            <a:custGeom>
              <a:avLst/>
              <a:gdLst/>
              <a:ahLst/>
              <a:rect l="0" t="0" r="r" b="b"/>
              <a:pathLst>
                <a:path w="253" h="130">
                  <a:moveTo>
                    <a:pt x="34" y="62"/>
                  </a:moveTo>
                  <a:cubicBezTo>
                    <a:pt x="52" y="43"/>
                    <a:pt x="74" y="25"/>
                    <a:pt x="99" y="16"/>
                  </a:cubicBezTo>
                  <a:cubicBezTo>
                    <a:pt x="148" y="-6"/>
                    <a:pt x="204" y="-6"/>
                    <a:pt x="253" y="13"/>
                  </a:cubicBezTo>
                  <a:cubicBezTo>
                    <a:pt x="200" y="13"/>
                    <a:pt x="154" y="16"/>
                    <a:pt x="108" y="37"/>
                  </a:cubicBezTo>
                  <a:cubicBezTo>
                    <a:pt x="87" y="46"/>
                    <a:pt x="65" y="59"/>
                    <a:pt x="47" y="74"/>
                  </a:cubicBezTo>
                  <a:cubicBezTo>
                    <a:pt x="31" y="90"/>
                    <a:pt x="13" y="108"/>
                    <a:pt x="0" y="130"/>
                  </a:cubicBezTo>
                  <a:cubicBezTo>
                    <a:pt x="4" y="105"/>
                    <a:pt x="15" y="80"/>
                    <a:pt x="34" y="6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5" name=""/>
            <p:cNvSpPr/>
            <p:nvPr/>
          </p:nvSpPr>
          <p:spPr>
            <a:xfrm>
              <a:off x="2947320" y="5136120"/>
              <a:ext cx="131040" cy="235800"/>
            </a:xfrm>
            <a:custGeom>
              <a:avLst/>
              <a:gdLst/>
              <a:ahLst/>
              <a:rect l="0" t="0" r="r" b="b"/>
              <a:pathLst>
                <a:path w="364" h="655">
                  <a:moveTo>
                    <a:pt x="290" y="615"/>
                  </a:moveTo>
                  <a:cubicBezTo>
                    <a:pt x="364" y="538"/>
                    <a:pt x="361" y="197"/>
                    <a:pt x="364" y="27"/>
                  </a:cubicBezTo>
                  <a:cubicBezTo>
                    <a:pt x="259" y="18"/>
                    <a:pt x="154" y="9"/>
                    <a:pt x="50" y="0"/>
                  </a:cubicBezTo>
                  <a:cubicBezTo>
                    <a:pt x="47" y="0"/>
                    <a:pt x="-39" y="541"/>
                    <a:pt x="22" y="615"/>
                  </a:cubicBezTo>
                  <a:cubicBezTo>
                    <a:pt x="68" y="670"/>
                    <a:pt x="238" y="667"/>
                    <a:pt x="290" y="61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6" name=""/>
            <p:cNvSpPr/>
            <p:nvPr/>
          </p:nvSpPr>
          <p:spPr>
            <a:xfrm>
              <a:off x="2832480" y="5136120"/>
              <a:ext cx="131040" cy="235800"/>
            </a:xfrm>
            <a:custGeom>
              <a:avLst/>
              <a:gdLst/>
              <a:ahLst/>
              <a:rect l="0" t="0" r="r" b="b"/>
              <a:pathLst>
                <a:path w="364" h="655">
                  <a:moveTo>
                    <a:pt x="74" y="615"/>
                  </a:moveTo>
                  <a:cubicBezTo>
                    <a:pt x="0" y="538"/>
                    <a:pt x="3" y="197"/>
                    <a:pt x="0" y="27"/>
                  </a:cubicBezTo>
                  <a:cubicBezTo>
                    <a:pt x="105" y="18"/>
                    <a:pt x="209" y="9"/>
                    <a:pt x="314" y="0"/>
                  </a:cubicBezTo>
                  <a:cubicBezTo>
                    <a:pt x="323" y="205"/>
                    <a:pt x="403" y="541"/>
                    <a:pt x="341" y="615"/>
                  </a:cubicBezTo>
                  <a:cubicBezTo>
                    <a:pt x="295" y="670"/>
                    <a:pt x="126" y="667"/>
                    <a:pt x="74" y="61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7" name=""/>
            <p:cNvSpPr/>
            <p:nvPr/>
          </p:nvSpPr>
          <p:spPr>
            <a:xfrm>
              <a:off x="2950920" y="5262120"/>
              <a:ext cx="9000" cy="95400"/>
            </a:xfrm>
            <a:custGeom>
              <a:avLst/>
              <a:gdLst/>
              <a:ahLst/>
              <a:rect l="0" t="0" r="r" b="b"/>
              <a:pathLst>
                <a:path w="25" h="265">
                  <a:moveTo>
                    <a:pt x="0" y="133"/>
                  </a:moveTo>
                  <a:cubicBezTo>
                    <a:pt x="0" y="90"/>
                    <a:pt x="3" y="44"/>
                    <a:pt x="12" y="0"/>
                  </a:cubicBezTo>
                  <a:cubicBezTo>
                    <a:pt x="21" y="44"/>
                    <a:pt x="25" y="90"/>
                    <a:pt x="25" y="133"/>
                  </a:cubicBezTo>
                  <a:cubicBezTo>
                    <a:pt x="21" y="179"/>
                    <a:pt x="21" y="222"/>
                    <a:pt x="12" y="265"/>
                  </a:cubicBezTo>
                  <a:cubicBezTo>
                    <a:pt x="3" y="222"/>
                    <a:pt x="0" y="176"/>
                    <a:pt x="0" y="13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8" name=""/>
            <p:cNvSpPr/>
            <p:nvPr/>
          </p:nvSpPr>
          <p:spPr>
            <a:xfrm>
              <a:off x="2855520" y="5127120"/>
              <a:ext cx="199440" cy="192600"/>
            </a:xfrm>
            <a:custGeom>
              <a:avLst/>
              <a:gdLst/>
              <a:ahLst/>
              <a:rect l="0" t="0" r="r" b="b"/>
              <a:pathLst>
                <a:path w="554" h="535">
                  <a:moveTo>
                    <a:pt x="277" y="535"/>
                  </a:moveTo>
                  <a:cubicBezTo>
                    <a:pt x="185" y="440"/>
                    <a:pt x="0" y="390"/>
                    <a:pt x="0" y="252"/>
                  </a:cubicBezTo>
                  <a:cubicBezTo>
                    <a:pt x="0" y="113"/>
                    <a:pt x="123" y="0"/>
                    <a:pt x="277" y="0"/>
                  </a:cubicBezTo>
                  <a:cubicBezTo>
                    <a:pt x="431" y="0"/>
                    <a:pt x="554" y="113"/>
                    <a:pt x="554" y="252"/>
                  </a:cubicBezTo>
                  <a:cubicBezTo>
                    <a:pt x="554" y="390"/>
                    <a:pt x="369" y="440"/>
                    <a:pt x="277" y="5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09" name=""/>
            <p:cNvSpPr/>
            <p:nvPr/>
          </p:nvSpPr>
          <p:spPr>
            <a:xfrm>
              <a:off x="3032640" y="4707720"/>
              <a:ext cx="150120" cy="291240"/>
            </a:xfrm>
            <a:custGeom>
              <a:avLst/>
              <a:gdLst/>
              <a:ahLst/>
              <a:rect l="0" t="0" r="r" b="b"/>
              <a:pathLst>
                <a:path w="417" h="809">
                  <a:moveTo>
                    <a:pt x="37" y="354"/>
                  </a:moveTo>
                  <a:cubicBezTo>
                    <a:pt x="21" y="677"/>
                    <a:pt x="12" y="629"/>
                    <a:pt x="0" y="766"/>
                  </a:cubicBezTo>
                  <a:cubicBezTo>
                    <a:pt x="57" y="780"/>
                    <a:pt x="115" y="795"/>
                    <a:pt x="172" y="809"/>
                  </a:cubicBezTo>
                  <a:cubicBezTo>
                    <a:pt x="243" y="686"/>
                    <a:pt x="163" y="778"/>
                    <a:pt x="384" y="440"/>
                  </a:cubicBezTo>
                  <a:cubicBezTo>
                    <a:pt x="464" y="314"/>
                    <a:pt x="378" y="18"/>
                    <a:pt x="329" y="0"/>
                  </a:cubicBezTo>
                  <a:cubicBezTo>
                    <a:pt x="298" y="-9"/>
                    <a:pt x="43" y="188"/>
                    <a:pt x="37" y="35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0" name=""/>
            <p:cNvSpPr/>
            <p:nvPr/>
          </p:nvSpPr>
          <p:spPr>
            <a:xfrm>
              <a:off x="3044520" y="4766040"/>
              <a:ext cx="109080" cy="230040"/>
            </a:xfrm>
            <a:custGeom>
              <a:avLst/>
              <a:gdLst/>
              <a:ahLst/>
              <a:rect l="0" t="0" r="r" b="b"/>
              <a:pathLst>
                <a:path w="303" h="639">
                  <a:moveTo>
                    <a:pt x="77" y="209"/>
                  </a:moveTo>
                  <a:cubicBezTo>
                    <a:pt x="19" y="522"/>
                    <a:pt x="26" y="477"/>
                    <a:pt x="0" y="611"/>
                  </a:cubicBezTo>
                  <a:cubicBezTo>
                    <a:pt x="38" y="621"/>
                    <a:pt x="76" y="630"/>
                    <a:pt x="114" y="639"/>
                  </a:cubicBezTo>
                  <a:cubicBezTo>
                    <a:pt x="169" y="512"/>
                    <a:pt x="114" y="617"/>
                    <a:pt x="280" y="257"/>
                  </a:cubicBezTo>
                  <a:cubicBezTo>
                    <a:pt x="324" y="166"/>
                    <a:pt x="299" y="15"/>
                    <a:pt x="253" y="0"/>
                  </a:cubicBezTo>
                  <a:cubicBezTo>
                    <a:pt x="222" y="-9"/>
                    <a:pt x="102" y="80"/>
                    <a:pt x="77" y="20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1" name=""/>
            <p:cNvSpPr/>
            <p:nvPr/>
          </p:nvSpPr>
          <p:spPr>
            <a:xfrm>
              <a:off x="2727000" y="4707720"/>
              <a:ext cx="150840" cy="291240"/>
            </a:xfrm>
            <a:custGeom>
              <a:avLst/>
              <a:gdLst/>
              <a:ahLst/>
              <a:rect l="0" t="0" r="r" b="b"/>
              <a:pathLst>
                <a:path w="419" h="809">
                  <a:moveTo>
                    <a:pt x="382" y="354"/>
                  </a:moveTo>
                  <a:cubicBezTo>
                    <a:pt x="397" y="677"/>
                    <a:pt x="406" y="629"/>
                    <a:pt x="419" y="766"/>
                  </a:cubicBezTo>
                  <a:cubicBezTo>
                    <a:pt x="361" y="780"/>
                    <a:pt x="304" y="795"/>
                    <a:pt x="247" y="809"/>
                  </a:cubicBezTo>
                  <a:cubicBezTo>
                    <a:pt x="176" y="686"/>
                    <a:pt x="256" y="778"/>
                    <a:pt x="34" y="440"/>
                  </a:cubicBezTo>
                  <a:cubicBezTo>
                    <a:pt x="-49" y="314"/>
                    <a:pt x="40" y="18"/>
                    <a:pt x="90" y="0"/>
                  </a:cubicBezTo>
                  <a:cubicBezTo>
                    <a:pt x="120" y="-9"/>
                    <a:pt x="376" y="188"/>
                    <a:pt x="382" y="35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2" name=""/>
            <p:cNvSpPr/>
            <p:nvPr/>
          </p:nvSpPr>
          <p:spPr>
            <a:xfrm>
              <a:off x="2756520" y="4766040"/>
              <a:ext cx="109080" cy="231120"/>
            </a:xfrm>
            <a:custGeom>
              <a:avLst/>
              <a:gdLst/>
              <a:ahLst/>
              <a:rect l="0" t="0" r="r" b="b"/>
              <a:pathLst>
                <a:path w="303" h="642">
                  <a:moveTo>
                    <a:pt x="226" y="209"/>
                  </a:moveTo>
                  <a:cubicBezTo>
                    <a:pt x="285" y="522"/>
                    <a:pt x="277" y="477"/>
                    <a:pt x="303" y="611"/>
                  </a:cubicBezTo>
                  <a:cubicBezTo>
                    <a:pt x="266" y="622"/>
                    <a:pt x="229" y="632"/>
                    <a:pt x="192" y="642"/>
                  </a:cubicBezTo>
                  <a:cubicBezTo>
                    <a:pt x="136" y="515"/>
                    <a:pt x="192" y="621"/>
                    <a:pt x="23" y="261"/>
                  </a:cubicBezTo>
                  <a:cubicBezTo>
                    <a:pt x="-20" y="166"/>
                    <a:pt x="1" y="15"/>
                    <a:pt x="51" y="0"/>
                  </a:cubicBezTo>
                  <a:cubicBezTo>
                    <a:pt x="81" y="-9"/>
                    <a:pt x="201" y="80"/>
                    <a:pt x="226" y="20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3" name=""/>
            <p:cNvSpPr/>
            <p:nvPr/>
          </p:nvSpPr>
          <p:spPr>
            <a:xfrm>
              <a:off x="2752200" y="4884840"/>
              <a:ext cx="405720" cy="355680"/>
            </a:xfrm>
            <a:custGeom>
              <a:avLst/>
              <a:gdLst/>
              <a:ahLst/>
              <a:rect l="0" t="0" r="r" b="b"/>
              <a:pathLst>
                <a:path w="1127" h="988">
                  <a:moveTo>
                    <a:pt x="564" y="0"/>
                  </a:moveTo>
                  <a:cubicBezTo>
                    <a:pt x="874" y="0"/>
                    <a:pt x="1016" y="133"/>
                    <a:pt x="1016" y="317"/>
                  </a:cubicBezTo>
                  <a:cubicBezTo>
                    <a:pt x="1016" y="471"/>
                    <a:pt x="1249" y="699"/>
                    <a:pt x="1040" y="849"/>
                  </a:cubicBezTo>
                  <a:cubicBezTo>
                    <a:pt x="939" y="923"/>
                    <a:pt x="766" y="988"/>
                    <a:pt x="564" y="988"/>
                  </a:cubicBezTo>
                  <a:cubicBezTo>
                    <a:pt x="361" y="988"/>
                    <a:pt x="189" y="923"/>
                    <a:pt x="87" y="849"/>
                  </a:cubicBezTo>
                  <a:cubicBezTo>
                    <a:pt x="-122" y="696"/>
                    <a:pt x="112" y="471"/>
                    <a:pt x="112" y="317"/>
                  </a:cubicBezTo>
                  <a:cubicBezTo>
                    <a:pt x="112" y="133"/>
                    <a:pt x="250" y="0"/>
                    <a:pt x="564"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4" name=""/>
            <p:cNvSpPr/>
            <p:nvPr/>
          </p:nvSpPr>
          <p:spPr>
            <a:xfrm>
              <a:off x="2776680" y="4933440"/>
              <a:ext cx="354600" cy="294120"/>
            </a:xfrm>
            <a:custGeom>
              <a:avLst/>
              <a:gdLst/>
              <a:ahLst/>
              <a:rect l="0" t="0" r="r" b="b"/>
              <a:pathLst>
                <a:path w="985" h="817">
                  <a:moveTo>
                    <a:pt x="536" y="27"/>
                  </a:moveTo>
                  <a:cubicBezTo>
                    <a:pt x="509" y="-10"/>
                    <a:pt x="484" y="-10"/>
                    <a:pt x="456" y="27"/>
                  </a:cubicBezTo>
                  <a:cubicBezTo>
                    <a:pt x="392" y="110"/>
                    <a:pt x="290" y="289"/>
                    <a:pt x="284" y="437"/>
                  </a:cubicBezTo>
                  <a:cubicBezTo>
                    <a:pt x="167" y="421"/>
                    <a:pt x="35" y="427"/>
                    <a:pt x="7" y="489"/>
                  </a:cubicBezTo>
                  <a:cubicBezTo>
                    <a:pt x="-45" y="611"/>
                    <a:pt x="201" y="817"/>
                    <a:pt x="493" y="817"/>
                  </a:cubicBezTo>
                  <a:cubicBezTo>
                    <a:pt x="789" y="817"/>
                    <a:pt x="1031" y="611"/>
                    <a:pt x="978" y="489"/>
                  </a:cubicBezTo>
                  <a:cubicBezTo>
                    <a:pt x="958" y="427"/>
                    <a:pt x="822" y="421"/>
                    <a:pt x="709" y="437"/>
                  </a:cubicBezTo>
                  <a:cubicBezTo>
                    <a:pt x="702" y="289"/>
                    <a:pt x="601" y="110"/>
                    <a:pt x="536"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5" name=""/>
            <p:cNvSpPr/>
            <p:nvPr/>
          </p:nvSpPr>
          <p:spPr>
            <a:xfrm>
              <a:off x="2871360" y="5143680"/>
              <a:ext cx="167760" cy="60840"/>
            </a:xfrm>
            <a:custGeom>
              <a:avLst/>
              <a:gdLst/>
              <a:ahLst/>
              <a:rect l="0" t="0" r="r" b="b"/>
              <a:pathLst>
                <a:path w="466" h="169">
                  <a:moveTo>
                    <a:pt x="372" y="62"/>
                  </a:moveTo>
                  <a:cubicBezTo>
                    <a:pt x="338" y="65"/>
                    <a:pt x="301" y="56"/>
                    <a:pt x="273" y="37"/>
                  </a:cubicBezTo>
                  <a:cubicBezTo>
                    <a:pt x="258" y="28"/>
                    <a:pt x="246" y="16"/>
                    <a:pt x="233" y="0"/>
                  </a:cubicBezTo>
                  <a:cubicBezTo>
                    <a:pt x="224" y="16"/>
                    <a:pt x="209" y="28"/>
                    <a:pt x="193" y="37"/>
                  </a:cubicBezTo>
                  <a:cubicBezTo>
                    <a:pt x="162" y="56"/>
                    <a:pt x="129" y="65"/>
                    <a:pt x="95" y="62"/>
                  </a:cubicBezTo>
                  <a:cubicBezTo>
                    <a:pt x="61" y="62"/>
                    <a:pt x="27" y="49"/>
                    <a:pt x="2" y="28"/>
                  </a:cubicBezTo>
                  <a:cubicBezTo>
                    <a:pt x="-13" y="16"/>
                    <a:pt x="67" y="169"/>
                    <a:pt x="233" y="169"/>
                  </a:cubicBezTo>
                  <a:cubicBezTo>
                    <a:pt x="399" y="169"/>
                    <a:pt x="479" y="16"/>
                    <a:pt x="464" y="28"/>
                  </a:cubicBezTo>
                  <a:cubicBezTo>
                    <a:pt x="439" y="46"/>
                    <a:pt x="406" y="59"/>
                    <a:pt x="372" y="6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6" name=""/>
            <p:cNvSpPr/>
            <p:nvPr/>
          </p:nvSpPr>
          <p:spPr>
            <a:xfrm>
              <a:off x="2999880" y="4977000"/>
              <a:ext cx="98280" cy="116640"/>
            </a:xfrm>
            <a:custGeom>
              <a:avLst/>
              <a:gdLst/>
              <a:ahLst/>
              <a:rect l="0" t="0" r="r" b="b"/>
              <a:pathLst>
                <a:path w="273" h="324">
                  <a:moveTo>
                    <a:pt x="95" y="8"/>
                  </a:moveTo>
                  <a:cubicBezTo>
                    <a:pt x="187" y="-29"/>
                    <a:pt x="249" y="60"/>
                    <a:pt x="264" y="109"/>
                  </a:cubicBezTo>
                  <a:cubicBezTo>
                    <a:pt x="289" y="183"/>
                    <a:pt x="258" y="266"/>
                    <a:pt x="249" y="285"/>
                  </a:cubicBezTo>
                  <a:cubicBezTo>
                    <a:pt x="242" y="297"/>
                    <a:pt x="175" y="356"/>
                    <a:pt x="24" y="300"/>
                  </a:cubicBezTo>
                  <a:cubicBezTo>
                    <a:pt x="27" y="300"/>
                    <a:pt x="-13" y="217"/>
                    <a:pt x="5" y="140"/>
                  </a:cubicBezTo>
                  <a:cubicBezTo>
                    <a:pt x="35" y="96"/>
                    <a:pt x="15" y="39"/>
                    <a:pt x="95" y="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7" name=""/>
            <p:cNvSpPr/>
            <p:nvPr/>
          </p:nvSpPr>
          <p:spPr>
            <a:xfrm>
              <a:off x="3001320" y="4970520"/>
              <a:ext cx="102960" cy="126000"/>
            </a:xfrm>
            <a:custGeom>
              <a:avLst/>
              <a:gdLst/>
              <a:ahLst/>
              <a:rect l="0" t="0" r="r" b="b"/>
              <a:pathLst>
                <a:path w="286" h="350">
                  <a:moveTo>
                    <a:pt x="34" y="57"/>
                  </a:moveTo>
                  <a:cubicBezTo>
                    <a:pt x="47" y="41"/>
                    <a:pt x="59" y="29"/>
                    <a:pt x="74" y="20"/>
                  </a:cubicBezTo>
                  <a:cubicBezTo>
                    <a:pt x="80" y="14"/>
                    <a:pt x="90" y="10"/>
                    <a:pt x="99" y="7"/>
                  </a:cubicBezTo>
                  <a:cubicBezTo>
                    <a:pt x="108" y="4"/>
                    <a:pt x="117" y="1"/>
                    <a:pt x="127" y="1"/>
                  </a:cubicBezTo>
                  <a:cubicBezTo>
                    <a:pt x="164" y="-5"/>
                    <a:pt x="200" y="14"/>
                    <a:pt x="225" y="38"/>
                  </a:cubicBezTo>
                  <a:cubicBezTo>
                    <a:pt x="250" y="63"/>
                    <a:pt x="270" y="98"/>
                    <a:pt x="280" y="134"/>
                  </a:cubicBezTo>
                  <a:cubicBezTo>
                    <a:pt x="289" y="171"/>
                    <a:pt x="287" y="210"/>
                    <a:pt x="277" y="247"/>
                  </a:cubicBezTo>
                  <a:cubicBezTo>
                    <a:pt x="274" y="266"/>
                    <a:pt x="268" y="284"/>
                    <a:pt x="259" y="300"/>
                  </a:cubicBezTo>
                  <a:cubicBezTo>
                    <a:pt x="258" y="302"/>
                    <a:pt x="257" y="304"/>
                    <a:pt x="256" y="306"/>
                  </a:cubicBezTo>
                  <a:cubicBezTo>
                    <a:pt x="256" y="309"/>
                    <a:pt x="256" y="312"/>
                    <a:pt x="256" y="315"/>
                  </a:cubicBezTo>
                  <a:cubicBezTo>
                    <a:pt x="255" y="316"/>
                    <a:pt x="254" y="317"/>
                    <a:pt x="253" y="318"/>
                  </a:cubicBezTo>
                  <a:cubicBezTo>
                    <a:pt x="250" y="321"/>
                    <a:pt x="247" y="324"/>
                    <a:pt x="240" y="327"/>
                  </a:cubicBezTo>
                  <a:cubicBezTo>
                    <a:pt x="231" y="334"/>
                    <a:pt x="225" y="337"/>
                    <a:pt x="216" y="340"/>
                  </a:cubicBezTo>
                  <a:cubicBezTo>
                    <a:pt x="182" y="352"/>
                    <a:pt x="148" y="352"/>
                    <a:pt x="114" y="349"/>
                  </a:cubicBezTo>
                  <a:cubicBezTo>
                    <a:pt x="80" y="343"/>
                    <a:pt x="50" y="334"/>
                    <a:pt x="19" y="318"/>
                  </a:cubicBezTo>
                  <a:cubicBezTo>
                    <a:pt x="50" y="324"/>
                    <a:pt x="83" y="334"/>
                    <a:pt x="114" y="334"/>
                  </a:cubicBezTo>
                  <a:cubicBezTo>
                    <a:pt x="144" y="334"/>
                    <a:pt x="179" y="330"/>
                    <a:pt x="207" y="318"/>
                  </a:cubicBezTo>
                  <a:cubicBezTo>
                    <a:pt x="213" y="315"/>
                    <a:pt x="219" y="312"/>
                    <a:pt x="225" y="306"/>
                  </a:cubicBezTo>
                  <a:cubicBezTo>
                    <a:pt x="228" y="303"/>
                    <a:pt x="231" y="303"/>
                    <a:pt x="231" y="300"/>
                  </a:cubicBezTo>
                  <a:cubicBezTo>
                    <a:pt x="232" y="298"/>
                    <a:pt x="233" y="296"/>
                    <a:pt x="234" y="294"/>
                  </a:cubicBezTo>
                  <a:cubicBezTo>
                    <a:pt x="240" y="278"/>
                    <a:pt x="244" y="263"/>
                    <a:pt x="250" y="247"/>
                  </a:cubicBezTo>
                  <a:cubicBezTo>
                    <a:pt x="256" y="214"/>
                    <a:pt x="259" y="180"/>
                    <a:pt x="250" y="149"/>
                  </a:cubicBezTo>
                  <a:cubicBezTo>
                    <a:pt x="244" y="118"/>
                    <a:pt x="225" y="90"/>
                    <a:pt x="204" y="69"/>
                  </a:cubicBezTo>
                  <a:cubicBezTo>
                    <a:pt x="182" y="47"/>
                    <a:pt x="154" y="32"/>
                    <a:pt x="127" y="35"/>
                  </a:cubicBezTo>
                  <a:cubicBezTo>
                    <a:pt x="120" y="35"/>
                    <a:pt x="111" y="35"/>
                    <a:pt x="105" y="38"/>
                  </a:cubicBezTo>
                  <a:cubicBezTo>
                    <a:pt x="99" y="41"/>
                    <a:pt x="90" y="41"/>
                    <a:pt x="84" y="44"/>
                  </a:cubicBezTo>
                  <a:cubicBezTo>
                    <a:pt x="68" y="50"/>
                    <a:pt x="56" y="60"/>
                    <a:pt x="47" y="72"/>
                  </a:cubicBezTo>
                  <a:cubicBezTo>
                    <a:pt x="25" y="90"/>
                    <a:pt x="10" y="121"/>
                    <a:pt x="0" y="158"/>
                  </a:cubicBezTo>
                  <a:cubicBezTo>
                    <a:pt x="0" y="121"/>
                    <a:pt x="13" y="87"/>
                    <a:pt x="34" y="5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8" name=""/>
            <p:cNvSpPr/>
            <p:nvPr/>
          </p:nvSpPr>
          <p:spPr>
            <a:xfrm>
              <a:off x="3014640" y="5004720"/>
              <a:ext cx="57600" cy="70560"/>
            </a:xfrm>
            <a:custGeom>
              <a:avLst/>
              <a:gdLst/>
              <a:ahLst/>
              <a:rect l="0" t="0" r="r" b="b"/>
              <a:pathLst>
                <a:path w="160" h="196">
                  <a:moveTo>
                    <a:pt x="160" y="98"/>
                  </a:moveTo>
                  <a:cubicBezTo>
                    <a:pt x="160" y="115"/>
                    <a:pt x="157" y="132"/>
                    <a:pt x="150" y="147"/>
                  </a:cubicBezTo>
                  <a:cubicBezTo>
                    <a:pt x="143" y="162"/>
                    <a:pt x="132" y="174"/>
                    <a:pt x="120" y="183"/>
                  </a:cubicBezTo>
                  <a:cubicBezTo>
                    <a:pt x="107" y="191"/>
                    <a:pt x="94" y="196"/>
                    <a:pt x="80" y="196"/>
                  </a:cubicBezTo>
                  <a:cubicBezTo>
                    <a:pt x="66" y="196"/>
                    <a:pt x="52" y="191"/>
                    <a:pt x="40" y="183"/>
                  </a:cubicBezTo>
                  <a:cubicBezTo>
                    <a:pt x="27" y="174"/>
                    <a:pt x="18" y="162"/>
                    <a:pt x="11" y="147"/>
                  </a:cubicBezTo>
                  <a:cubicBezTo>
                    <a:pt x="4" y="132"/>
                    <a:pt x="0" y="115"/>
                    <a:pt x="0" y="98"/>
                  </a:cubicBezTo>
                  <a:cubicBezTo>
                    <a:pt x="0" y="81"/>
                    <a:pt x="4" y="64"/>
                    <a:pt x="11" y="49"/>
                  </a:cubicBezTo>
                  <a:cubicBezTo>
                    <a:pt x="18" y="34"/>
                    <a:pt x="27" y="21"/>
                    <a:pt x="40" y="13"/>
                  </a:cubicBezTo>
                  <a:cubicBezTo>
                    <a:pt x="52" y="4"/>
                    <a:pt x="66" y="0"/>
                    <a:pt x="80" y="0"/>
                  </a:cubicBezTo>
                  <a:cubicBezTo>
                    <a:pt x="94" y="0"/>
                    <a:pt x="107" y="4"/>
                    <a:pt x="120" y="13"/>
                  </a:cubicBezTo>
                  <a:cubicBezTo>
                    <a:pt x="132" y="21"/>
                    <a:pt x="143" y="34"/>
                    <a:pt x="150" y="49"/>
                  </a:cubicBezTo>
                  <a:cubicBezTo>
                    <a:pt x="157" y="64"/>
                    <a:pt x="160" y="81"/>
                    <a:pt x="160" y="9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19" name=""/>
            <p:cNvSpPr/>
            <p:nvPr/>
          </p:nvSpPr>
          <p:spPr>
            <a:xfrm>
              <a:off x="2812320" y="4977000"/>
              <a:ext cx="97200" cy="116640"/>
            </a:xfrm>
            <a:custGeom>
              <a:avLst/>
              <a:gdLst/>
              <a:ahLst/>
              <a:rect l="0" t="0" r="r" b="b"/>
              <a:pathLst>
                <a:path w="270" h="324">
                  <a:moveTo>
                    <a:pt x="178" y="8"/>
                  </a:moveTo>
                  <a:cubicBezTo>
                    <a:pt x="86" y="-29"/>
                    <a:pt x="25" y="60"/>
                    <a:pt x="10" y="109"/>
                  </a:cubicBezTo>
                  <a:cubicBezTo>
                    <a:pt x="-15" y="183"/>
                    <a:pt x="15" y="266"/>
                    <a:pt x="25" y="285"/>
                  </a:cubicBezTo>
                  <a:cubicBezTo>
                    <a:pt x="30" y="297"/>
                    <a:pt x="99" y="356"/>
                    <a:pt x="249" y="300"/>
                  </a:cubicBezTo>
                  <a:cubicBezTo>
                    <a:pt x="245" y="300"/>
                    <a:pt x="282" y="217"/>
                    <a:pt x="267" y="140"/>
                  </a:cubicBezTo>
                  <a:cubicBezTo>
                    <a:pt x="238" y="96"/>
                    <a:pt x="258" y="39"/>
                    <a:pt x="178" y="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0" name=""/>
            <p:cNvSpPr/>
            <p:nvPr/>
          </p:nvSpPr>
          <p:spPr>
            <a:xfrm>
              <a:off x="2805480" y="4971600"/>
              <a:ext cx="103320" cy="124560"/>
            </a:xfrm>
            <a:custGeom>
              <a:avLst/>
              <a:gdLst/>
              <a:ahLst/>
              <a:rect l="0" t="0" r="r" b="b"/>
              <a:pathLst>
                <a:path w="287" h="346">
                  <a:moveTo>
                    <a:pt x="241" y="66"/>
                  </a:moveTo>
                  <a:cubicBezTo>
                    <a:pt x="229" y="54"/>
                    <a:pt x="216" y="44"/>
                    <a:pt x="204" y="38"/>
                  </a:cubicBezTo>
                  <a:cubicBezTo>
                    <a:pt x="198" y="35"/>
                    <a:pt x="189" y="32"/>
                    <a:pt x="182" y="32"/>
                  </a:cubicBezTo>
                  <a:cubicBezTo>
                    <a:pt x="176" y="29"/>
                    <a:pt x="167" y="29"/>
                    <a:pt x="161" y="29"/>
                  </a:cubicBezTo>
                  <a:cubicBezTo>
                    <a:pt x="133" y="29"/>
                    <a:pt x="102" y="41"/>
                    <a:pt x="84" y="63"/>
                  </a:cubicBezTo>
                  <a:cubicBezTo>
                    <a:pt x="62" y="84"/>
                    <a:pt x="44" y="115"/>
                    <a:pt x="38" y="143"/>
                  </a:cubicBezTo>
                  <a:cubicBezTo>
                    <a:pt x="32" y="174"/>
                    <a:pt x="32" y="207"/>
                    <a:pt x="38" y="241"/>
                  </a:cubicBezTo>
                  <a:cubicBezTo>
                    <a:pt x="41" y="257"/>
                    <a:pt x="47" y="275"/>
                    <a:pt x="53" y="287"/>
                  </a:cubicBezTo>
                  <a:cubicBezTo>
                    <a:pt x="54" y="289"/>
                    <a:pt x="55" y="292"/>
                    <a:pt x="56" y="294"/>
                  </a:cubicBezTo>
                  <a:cubicBezTo>
                    <a:pt x="59" y="297"/>
                    <a:pt x="62" y="297"/>
                    <a:pt x="62" y="300"/>
                  </a:cubicBezTo>
                  <a:cubicBezTo>
                    <a:pt x="69" y="303"/>
                    <a:pt x="75" y="309"/>
                    <a:pt x="81" y="312"/>
                  </a:cubicBezTo>
                  <a:cubicBezTo>
                    <a:pt x="109" y="324"/>
                    <a:pt x="139" y="331"/>
                    <a:pt x="173" y="327"/>
                  </a:cubicBezTo>
                  <a:cubicBezTo>
                    <a:pt x="204" y="327"/>
                    <a:pt x="238" y="321"/>
                    <a:pt x="269" y="312"/>
                  </a:cubicBezTo>
                  <a:cubicBezTo>
                    <a:pt x="238" y="327"/>
                    <a:pt x="207" y="337"/>
                    <a:pt x="173" y="343"/>
                  </a:cubicBezTo>
                  <a:cubicBezTo>
                    <a:pt x="139" y="349"/>
                    <a:pt x="105" y="346"/>
                    <a:pt x="72" y="334"/>
                  </a:cubicBezTo>
                  <a:cubicBezTo>
                    <a:pt x="62" y="331"/>
                    <a:pt x="56" y="327"/>
                    <a:pt x="47" y="321"/>
                  </a:cubicBezTo>
                  <a:cubicBezTo>
                    <a:pt x="44" y="318"/>
                    <a:pt x="38" y="315"/>
                    <a:pt x="35" y="312"/>
                  </a:cubicBezTo>
                  <a:cubicBezTo>
                    <a:pt x="34" y="311"/>
                    <a:pt x="33" y="310"/>
                    <a:pt x="32" y="309"/>
                  </a:cubicBezTo>
                  <a:cubicBezTo>
                    <a:pt x="31" y="308"/>
                    <a:pt x="30" y="307"/>
                    <a:pt x="29" y="306"/>
                  </a:cubicBezTo>
                  <a:cubicBezTo>
                    <a:pt x="29" y="305"/>
                    <a:pt x="29" y="304"/>
                    <a:pt x="29" y="303"/>
                  </a:cubicBezTo>
                  <a:cubicBezTo>
                    <a:pt x="28" y="302"/>
                    <a:pt x="27" y="301"/>
                    <a:pt x="25" y="300"/>
                  </a:cubicBezTo>
                  <a:cubicBezTo>
                    <a:pt x="19" y="281"/>
                    <a:pt x="13" y="266"/>
                    <a:pt x="7" y="247"/>
                  </a:cubicBezTo>
                  <a:cubicBezTo>
                    <a:pt x="-2" y="211"/>
                    <a:pt x="-2" y="174"/>
                    <a:pt x="4" y="134"/>
                  </a:cubicBezTo>
                  <a:cubicBezTo>
                    <a:pt x="13" y="97"/>
                    <a:pt x="35" y="63"/>
                    <a:pt x="59" y="38"/>
                  </a:cubicBezTo>
                  <a:cubicBezTo>
                    <a:pt x="87" y="14"/>
                    <a:pt x="121" y="-5"/>
                    <a:pt x="158" y="1"/>
                  </a:cubicBezTo>
                  <a:cubicBezTo>
                    <a:pt x="167" y="1"/>
                    <a:pt x="176" y="4"/>
                    <a:pt x="185" y="7"/>
                  </a:cubicBezTo>
                  <a:cubicBezTo>
                    <a:pt x="195" y="11"/>
                    <a:pt x="201" y="14"/>
                    <a:pt x="210" y="20"/>
                  </a:cubicBezTo>
                  <a:cubicBezTo>
                    <a:pt x="225" y="29"/>
                    <a:pt x="238" y="41"/>
                    <a:pt x="250" y="57"/>
                  </a:cubicBezTo>
                  <a:cubicBezTo>
                    <a:pt x="272" y="81"/>
                    <a:pt x="284" y="118"/>
                    <a:pt x="287" y="155"/>
                  </a:cubicBezTo>
                  <a:cubicBezTo>
                    <a:pt x="278" y="121"/>
                    <a:pt x="265" y="87"/>
                    <a:pt x="241" y="6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1" name=""/>
            <p:cNvSpPr/>
            <p:nvPr/>
          </p:nvSpPr>
          <p:spPr>
            <a:xfrm>
              <a:off x="2836800" y="5004720"/>
              <a:ext cx="57600" cy="70560"/>
            </a:xfrm>
            <a:custGeom>
              <a:avLst/>
              <a:gdLst/>
              <a:ahLst/>
              <a:rect l="0" t="0" r="r" b="b"/>
              <a:pathLst>
                <a:path w="160" h="196">
                  <a:moveTo>
                    <a:pt x="160" y="98"/>
                  </a:moveTo>
                  <a:cubicBezTo>
                    <a:pt x="160" y="115"/>
                    <a:pt x="156" y="132"/>
                    <a:pt x="149" y="147"/>
                  </a:cubicBezTo>
                  <a:cubicBezTo>
                    <a:pt x="142" y="162"/>
                    <a:pt x="132" y="174"/>
                    <a:pt x="120" y="183"/>
                  </a:cubicBezTo>
                  <a:cubicBezTo>
                    <a:pt x="108" y="191"/>
                    <a:pt x="94" y="196"/>
                    <a:pt x="80" y="196"/>
                  </a:cubicBezTo>
                  <a:cubicBezTo>
                    <a:pt x="66" y="196"/>
                    <a:pt x="52" y="191"/>
                    <a:pt x="40" y="183"/>
                  </a:cubicBezTo>
                  <a:cubicBezTo>
                    <a:pt x="28" y="174"/>
                    <a:pt x="18" y="162"/>
                    <a:pt x="11" y="147"/>
                  </a:cubicBezTo>
                  <a:cubicBezTo>
                    <a:pt x="4" y="132"/>
                    <a:pt x="0" y="115"/>
                    <a:pt x="0" y="98"/>
                  </a:cubicBezTo>
                  <a:cubicBezTo>
                    <a:pt x="0" y="81"/>
                    <a:pt x="4" y="64"/>
                    <a:pt x="11" y="49"/>
                  </a:cubicBezTo>
                  <a:cubicBezTo>
                    <a:pt x="18" y="34"/>
                    <a:pt x="28" y="21"/>
                    <a:pt x="40" y="13"/>
                  </a:cubicBezTo>
                  <a:cubicBezTo>
                    <a:pt x="52" y="4"/>
                    <a:pt x="66" y="0"/>
                    <a:pt x="80" y="0"/>
                  </a:cubicBezTo>
                  <a:cubicBezTo>
                    <a:pt x="94" y="0"/>
                    <a:pt x="108" y="4"/>
                    <a:pt x="120" y="13"/>
                  </a:cubicBezTo>
                  <a:cubicBezTo>
                    <a:pt x="132" y="21"/>
                    <a:pt x="142" y="34"/>
                    <a:pt x="149" y="49"/>
                  </a:cubicBezTo>
                  <a:cubicBezTo>
                    <a:pt x="156" y="64"/>
                    <a:pt x="160" y="81"/>
                    <a:pt x="160" y="9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2" name=""/>
            <p:cNvSpPr/>
            <p:nvPr/>
          </p:nvSpPr>
          <p:spPr>
            <a:xfrm>
              <a:off x="2925360" y="5129280"/>
              <a:ext cx="58680" cy="48960"/>
            </a:xfrm>
            <a:custGeom>
              <a:avLst/>
              <a:gdLst/>
              <a:ahLst/>
              <a:rect l="0" t="0" r="r" b="b"/>
              <a:pathLst>
                <a:path w="163" h="136">
                  <a:moveTo>
                    <a:pt x="0" y="0"/>
                  </a:moveTo>
                  <a:cubicBezTo>
                    <a:pt x="54" y="0"/>
                    <a:pt x="109" y="0"/>
                    <a:pt x="163" y="0"/>
                  </a:cubicBezTo>
                  <a:cubicBezTo>
                    <a:pt x="163" y="45"/>
                    <a:pt x="163" y="91"/>
                    <a:pt x="163" y="136"/>
                  </a:cubicBezTo>
                  <a:cubicBezTo>
                    <a:pt x="109" y="136"/>
                    <a:pt x="54" y="136"/>
                    <a:pt x="0" y="136"/>
                  </a:cubicBezTo>
                  <a:cubicBezTo>
                    <a:pt x="0" y="91"/>
                    <a:pt x="0" y="45"/>
                    <a:pt x="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3" name=""/>
            <p:cNvSpPr/>
            <p:nvPr/>
          </p:nvSpPr>
          <p:spPr>
            <a:xfrm>
              <a:off x="2843280" y="5088240"/>
              <a:ext cx="221760" cy="78840"/>
            </a:xfrm>
            <a:custGeom>
              <a:avLst/>
              <a:gdLst/>
              <a:ahLst/>
              <a:rect l="0" t="0" r="r" b="b"/>
              <a:pathLst>
                <a:path w="616" h="219">
                  <a:moveTo>
                    <a:pt x="465" y="188"/>
                  </a:moveTo>
                  <a:cubicBezTo>
                    <a:pt x="434" y="185"/>
                    <a:pt x="404" y="178"/>
                    <a:pt x="379" y="163"/>
                  </a:cubicBezTo>
                  <a:cubicBezTo>
                    <a:pt x="354" y="147"/>
                    <a:pt x="336" y="127"/>
                    <a:pt x="333" y="105"/>
                  </a:cubicBezTo>
                  <a:cubicBezTo>
                    <a:pt x="326" y="70"/>
                    <a:pt x="318" y="35"/>
                    <a:pt x="311" y="0"/>
                  </a:cubicBezTo>
                  <a:cubicBezTo>
                    <a:pt x="304" y="35"/>
                    <a:pt x="297" y="70"/>
                    <a:pt x="290" y="105"/>
                  </a:cubicBezTo>
                  <a:cubicBezTo>
                    <a:pt x="284" y="130"/>
                    <a:pt x="268" y="147"/>
                    <a:pt x="244" y="163"/>
                  </a:cubicBezTo>
                  <a:cubicBezTo>
                    <a:pt x="219" y="178"/>
                    <a:pt x="188" y="188"/>
                    <a:pt x="157" y="188"/>
                  </a:cubicBezTo>
                  <a:cubicBezTo>
                    <a:pt x="124" y="188"/>
                    <a:pt x="93" y="185"/>
                    <a:pt x="65" y="170"/>
                  </a:cubicBezTo>
                  <a:cubicBezTo>
                    <a:pt x="37" y="157"/>
                    <a:pt x="13" y="136"/>
                    <a:pt x="0" y="108"/>
                  </a:cubicBezTo>
                  <a:cubicBezTo>
                    <a:pt x="4" y="139"/>
                    <a:pt x="22" y="167"/>
                    <a:pt x="50" y="185"/>
                  </a:cubicBezTo>
                  <a:cubicBezTo>
                    <a:pt x="77" y="203"/>
                    <a:pt x="117" y="216"/>
                    <a:pt x="154" y="219"/>
                  </a:cubicBezTo>
                  <a:cubicBezTo>
                    <a:pt x="194" y="222"/>
                    <a:pt x="231" y="213"/>
                    <a:pt x="265" y="194"/>
                  </a:cubicBezTo>
                  <a:cubicBezTo>
                    <a:pt x="284" y="185"/>
                    <a:pt x="296" y="173"/>
                    <a:pt x="308" y="157"/>
                  </a:cubicBezTo>
                  <a:cubicBezTo>
                    <a:pt x="320" y="173"/>
                    <a:pt x="336" y="185"/>
                    <a:pt x="351" y="194"/>
                  </a:cubicBezTo>
                  <a:cubicBezTo>
                    <a:pt x="385" y="213"/>
                    <a:pt x="425" y="222"/>
                    <a:pt x="462" y="219"/>
                  </a:cubicBezTo>
                  <a:cubicBezTo>
                    <a:pt x="499" y="219"/>
                    <a:pt x="539" y="207"/>
                    <a:pt x="567" y="185"/>
                  </a:cubicBezTo>
                  <a:cubicBezTo>
                    <a:pt x="594" y="167"/>
                    <a:pt x="616" y="136"/>
                    <a:pt x="616" y="108"/>
                  </a:cubicBezTo>
                  <a:cubicBezTo>
                    <a:pt x="610" y="133"/>
                    <a:pt x="585" y="154"/>
                    <a:pt x="557" y="170"/>
                  </a:cubicBezTo>
                  <a:cubicBezTo>
                    <a:pt x="530" y="182"/>
                    <a:pt x="496" y="188"/>
                    <a:pt x="465" y="18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4" name=""/>
            <p:cNvSpPr/>
            <p:nvPr/>
          </p:nvSpPr>
          <p:spPr>
            <a:xfrm>
              <a:off x="2911680" y="5073840"/>
              <a:ext cx="84600" cy="39960"/>
            </a:xfrm>
            <a:custGeom>
              <a:avLst/>
              <a:gdLst/>
              <a:ahLst/>
              <a:rect l="0" t="0" r="r" b="b"/>
              <a:pathLst>
                <a:path w="235" h="111">
                  <a:moveTo>
                    <a:pt x="117" y="0"/>
                  </a:moveTo>
                  <a:cubicBezTo>
                    <a:pt x="96" y="0"/>
                    <a:pt x="31" y="0"/>
                    <a:pt x="6" y="19"/>
                  </a:cubicBezTo>
                  <a:cubicBezTo>
                    <a:pt x="-9" y="31"/>
                    <a:pt x="3" y="62"/>
                    <a:pt x="43" y="90"/>
                  </a:cubicBezTo>
                  <a:cubicBezTo>
                    <a:pt x="71" y="108"/>
                    <a:pt x="96" y="111"/>
                    <a:pt x="114" y="111"/>
                  </a:cubicBezTo>
                  <a:cubicBezTo>
                    <a:pt x="136" y="111"/>
                    <a:pt x="160" y="105"/>
                    <a:pt x="185" y="90"/>
                  </a:cubicBezTo>
                  <a:cubicBezTo>
                    <a:pt x="234" y="62"/>
                    <a:pt x="243" y="31"/>
                    <a:pt x="228" y="19"/>
                  </a:cubicBezTo>
                  <a:cubicBezTo>
                    <a:pt x="206" y="0"/>
                    <a:pt x="139" y="0"/>
                    <a:pt x="11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125" name=""/>
          <p:cNvGrpSpPr/>
          <p:nvPr/>
        </p:nvGrpSpPr>
        <p:grpSpPr>
          <a:xfrm>
            <a:off x="1313280" y="4818960"/>
            <a:ext cx="253080" cy="331920"/>
            <a:chOff x="1313280" y="4818960"/>
            <a:chExt cx="253080" cy="331920"/>
          </a:xfrm>
        </p:grpSpPr>
        <p:sp>
          <p:nvSpPr>
            <p:cNvPr id="126" name=""/>
            <p:cNvSpPr/>
            <p:nvPr/>
          </p:nvSpPr>
          <p:spPr>
            <a:xfrm>
              <a:off x="1313280" y="5046480"/>
              <a:ext cx="44280" cy="48600"/>
            </a:xfrm>
            <a:custGeom>
              <a:avLst/>
              <a:gdLst/>
              <a:ahLst/>
              <a:rect l="0" t="0" r="r" b="b"/>
              <a:pathLst>
                <a:path w="123" h="135">
                  <a:moveTo>
                    <a:pt x="0" y="67"/>
                  </a:moveTo>
                  <a:cubicBezTo>
                    <a:pt x="0" y="79"/>
                    <a:pt x="3" y="90"/>
                    <a:pt x="8" y="101"/>
                  </a:cubicBezTo>
                  <a:cubicBezTo>
                    <a:pt x="13" y="111"/>
                    <a:pt x="20" y="120"/>
                    <a:pt x="30" y="126"/>
                  </a:cubicBezTo>
                  <a:cubicBezTo>
                    <a:pt x="39" y="132"/>
                    <a:pt x="50" y="135"/>
                    <a:pt x="61" y="135"/>
                  </a:cubicBezTo>
                  <a:cubicBezTo>
                    <a:pt x="72" y="135"/>
                    <a:pt x="83" y="132"/>
                    <a:pt x="92" y="126"/>
                  </a:cubicBezTo>
                  <a:cubicBezTo>
                    <a:pt x="101" y="120"/>
                    <a:pt x="109" y="111"/>
                    <a:pt x="115" y="101"/>
                  </a:cubicBezTo>
                  <a:cubicBezTo>
                    <a:pt x="120" y="90"/>
                    <a:pt x="123" y="79"/>
                    <a:pt x="123" y="67"/>
                  </a:cubicBezTo>
                  <a:cubicBezTo>
                    <a:pt x="123" y="56"/>
                    <a:pt x="120" y="44"/>
                    <a:pt x="115" y="34"/>
                  </a:cubicBezTo>
                  <a:cubicBezTo>
                    <a:pt x="109" y="23"/>
                    <a:pt x="101" y="15"/>
                    <a:pt x="92" y="9"/>
                  </a:cubicBezTo>
                  <a:cubicBezTo>
                    <a:pt x="83" y="3"/>
                    <a:pt x="72" y="0"/>
                    <a:pt x="61" y="0"/>
                  </a:cubicBezTo>
                  <a:cubicBezTo>
                    <a:pt x="50" y="0"/>
                    <a:pt x="39" y="3"/>
                    <a:pt x="30" y="9"/>
                  </a:cubicBezTo>
                  <a:cubicBezTo>
                    <a:pt x="20" y="15"/>
                    <a:pt x="13" y="23"/>
                    <a:pt x="8" y="34"/>
                  </a:cubicBezTo>
                  <a:cubicBezTo>
                    <a:pt x="3" y="44"/>
                    <a:pt x="0" y="56"/>
                    <a:pt x="0" y="6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7" name=""/>
            <p:cNvSpPr/>
            <p:nvPr/>
          </p:nvSpPr>
          <p:spPr>
            <a:xfrm>
              <a:off x="1329120" y="5040720"/>
              <a:ext cx="76680" cy="96840"/>
            </a:xfrm>
            <a:custGeom>
              <a:avLst/>
              <a:gdLst/>
              <a:ahLst/>
              <a:rect l="0" t="0" r="r" b="b"/>
              <a:pathLst>
                <a:path w="213" h="269">
                  <a:moveTo>
                    <a:pt x="13" y="227"/>
                  </a:moveTo>
                  <a:cubicBezTo>
                    <a:pt x="-34" y="53"/>
                    <a:pt x="64" y="76"/>
                    <a:pt x="89" y="0"/>
                  </a:cubicBezTo>
                  <a:cubicBezTo>
                    <a:pt x="126" y="18"/>
                    <a:pt x="162" y="36"/>
                    <a:pt x="198" y="54"/>
                  </a:cubicBezTo>
                  <a:cubicBezTo>
                    <a:pt x="198" y="53"/>
                    <a:pt x="232" y="220"/>
                    <a:pt x="199" y="257"/>
                  </a:cubicBezTo>
                  <a:cubicBezTo>
                    <a:pt x="175" y="285"/>
                    <a:pt x="22" y="262"/>
                    <a:pt x="13" y="2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8" name=""/>
            <p:cNvSpPr/>
            <p:nvPr/>
          </p:nvSpPr>
          <p:spPr>
            <a:xfrm>
              <a:off x="1355400" y="5095080"/>
              <a:ext cx="45360" cy="23040"/>
            </a:xfrm>
            <a:custGeom>
              <a:avLst/>
              <a:gdLst/>
              <a:ahLst/>
              <a:rect l="0" t="0" r="r" b="b"/>
              <a:pathLst>
                <a:path w="126" h="64">
                  <a:moveTo>
                    <a:pt x="109" y="30"/>
                  </a:moveTo>
                  <a:cubicBezTo>
                    <a:pt x="100" y="21"/>
                    <a:pt x="89" y="12"/>
                    <a:pt x="77" y="8"/>
                  </a:cubicBezTo>
                  <a:cubicBezTo>
                    <a:pt x="52" y="-3"/>
                    <a:pt x="24" y="-3"/>
                    <a:pt x="0" y="6"/>
                  </a:cubicBezTo>
                  <a:cubicBezTo>
                    <a:pt x="26" y="6"/>
                    <a:pt x="49" y="8"/>
                    <a:pt x="72" y="18"/>
                  </a:cubicBezTo>
                  <a:cubicBezTo>
                    <a:pt x="83" y="22"/>
                    <a:pt x="93" y="28"/>
                    <a:pt x="103" y="36"/>
                  </a:cubicBezTo>
                  <a:cubicBezTo>
                    <a:pt x="110" y="44"/>
                    <a:pt x="120" y="53"/>
                    <a:pt x="126" y="64"/>
                  </a:cubicBezTo>
                  <a:cubicBezTo>
                    <a:pt x="124" y="51"/>
                    <a:pt x="118" y="39"/>
                    <a:pt x="109" y="3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29" name=""/>
            <p:cNvSpPr/>
            <p:nvPr/>
          </p:nvSpPr>
          <p:spPr>
            <a:xfrm>
              <a:off x="1391400" y="5033160"/>
              <a:ext cx="65160" cy="117720"/>
            </a:xfrm>
            <a:custGeom>
              <a:avLst/>
              <a:gdLst/>
              <a:ahLst/>
              <a:rect l="0" t="0" r="r" b="b"/>
              <a:pathLst>
                <a:path w="181" h="327">
                  <a:moveTo>
                    <a:pt x="37" y="308"/>
                  </a:moveTo>
                  <a:cubicBezTo>
                    <a:pt x="0" y="269"/>
                    <a:pt x="1" y="98"/>
                    <a:pt x="0" y="14"/>
                  </a:cubicBezTo>
                  <a:cubicBezTo>
                    <a:pt x="52" y="9"/>
                    <a:pt x="105" y="5"/>
                    <a:pt x="157" y="0"/>
                  </a:cubicBezTo>
                  <a:cubicBezTo>
                    <a:pt x="158" y="0"/>
                    <a:pt x="201" y="271"/>
                    <a:pt x="170" y="308"/>
                  </a:cubicBezTo>
                  <a:cubicBezTo>
                    <a:pt x="147" y="335"/>
                    <a:pt x="63" y="334"/>
                    <a:pt x="37" y="30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0" name=""/>
            <p:cNvSpPr/>
            <p:nvPr/>
          </p:nvSpPr>
          <p:spPr>
            <a:xfrm>
              <a:off x="1448280" y="5033160"/>
              <a:ext cx="65520" cy="117720"/>
            </a:xfrm>
            <a:custGeom>
              <a:avLst/>
              <a:gdLst/>
              <a:ahLst/>
              <a:rect l="0" t="0" r="r" b="b"/>
              <a:pathLst>
                <a:path w="182" h="327">
                  <a:moveTo>
                    <a:pt x="145" y="308"/>
                  </a:moveTo>
                  <a:cubicBezTo>
                    <a:pt x="182" y="269"/>
                    <a:pt x="181" y="98"/>
                    <a:pt x="182" y="14"/>
                  </a:cubicBezTo>
                  <a:cubicBezTo>
                    <a:pt x="130" y="9"/>
                    <a:pt x="78" y="5"/>
                    <a:pt x="25" y="0"/>
                  </a:cubicBezTo>
                  <a:cubicBezTo>
                    <a:pt x="21" y="103"/>
                    <a:pt x="-19" y="271"/>
                    <a:pt x="11" y="308"/>
                  </a:cubicBezTo>
                  <a:cubicBezTo>
                    <a:pt x="34" y="335"/>
                    <a:pt x="119" y="334"/>
                    <a:pt x="145" y="30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1" name=""/>
            <p:cNvSpPr/>
            <p:nvPr/>
          </p:nvSpPr>
          <p:spPr>
            <a:xfrm>
              <a:off x="1450080" y="5096160"/>
              <a:ext cx="4680" cy="47880"/>
            </a:xfrm>
            <a:custGeom>
              <a:avLst/>
              <a:gdLst/>
              <a:ahLst/>
              <a:rect l="0" t="0" r="r" b="b"/>
              <a:pathLst>
                <a:path w="13" h="133">
                  <a:moveTo>
                    <a:pt x="13" y="66"/>
                  </a:moveTo>
                  <a:cubicBezTo>
                    <a:pt x="13" y="44"/>
                    <a:pt x="11" y="22"/>
                    <a:pt x="6" y="0"/>
                  </a:cubicBezTo>
                  <a:cubicBezTo>
                    <a:pt x="2" y="22"/>
                    <a:pt x="0" y="45"/>
                    <a:pt x="0" y="66"/>
                  </a:cubicBezTo>
                  <a:cubicBezTo>
                    <a:pt x="2" y="89"/>
                    <a:pt x="2" y="111"/>
                    <a:pt x="6" y="133"/>
                  </a:cubicBezTo>
                  <a:cubicBezTo>
                    <a:pt x="11" y="111"/>
                    <a:pt x="13" y="87"/>
                    <a:pt x="13" y="6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2" name=""/>
            <p:cNvSpPr/>
            <p:nvPr/>
          </p:nvSpPr>
          <p:spPr>
            <a:xfrm>
              <a:off x="1402920" y="5028840"/>
              <a:ext cx="99720" cy="96120"/>
            </a:xfrm>
            <a:custGeom>
              <a:avLst/>
              <a:gdLst/>
              <a:ahLst/>
              <a:rect l="0" t="0" r="r" b="b"/>
              <a:pathLst>
                <a:path w="277" h="267">
                  <a:moveTo>
                    <a:pt x="138" y="267"/>
                  </a:moveTo>
                  <a:cubicBezTo>
                    <a:pt x="184" y="220"/>
                    <a:pt x="277" y="195"/>
                    <a:pt x="277" y="126"/>
                  </a:cubicBezTo>
                  <a:cubicBezTo>
                    <a:pt x="277" y="56"/>
                    <a:pt x="215" y="0"/>
                    <a:pt x="138" y="0"/>
                  </a:cubicBezTo>
                  <a:cubicBezTo>
                    <a:pt x="61" y="0"/>
                    <a:pt x="0" y="56"/>
                    <a:pt x="0" y="126"/>
                  </a:cubicBezTo>
                  <a:cubicBezTo>
                    <a:pt x="0" y="195"/>
                    <a:pt x="92" y="220"/>
                    <a:pt x="138" y="26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3" name=""/>
            <p:cNvSpPr/>
            <p:nvPr/>
          </p:nvSpPr>
          <p:spPr>
            <a:xfrm>
              <a:off x="1338480" y="4818960"/>
              <a:ext cx="75240" cy="145800"/>
            </a:xfrm>
            <a:custGeom>
              <a:avLst/>
              <a:gdLst/>
              <a:ahLst/>
              <a:rect l="0" t="0" r="r" b="b"/>
              <a:pathLst>
                <a:path w="209" h="405">
                  <a:moveTo>
                    <a:pt x="190" y="177"/>
                  </a:moveTo>
                  <a:cubicBezTo>
                    <a:pt x="198" y="339"/>
                    <a:pt x="203" y="315"/>
                    <a:pt x="209" y="384"/>
                  </a:cubicBezTo>
                  <a:cubicBezTo>
                    <a:pt x="180" y="391"/>
                    <a:pt x="152" y="398"/>
                    <a:pt x="123" y="405"/>
                  </a:cubicBezTo>
                  <a:cubicBezTo>
                    <a:pt x="88" y="343"/>
                    <a:pt x="127" y="390"/>
                    <a:pt x="16" y="220"/>
                  </a:cubicBezTo>
                  <a:cubicBezTo>
                    <a:pt x="-24" y="157"/>
                    <a:pt x="19" y="10"/>
                    <a:pt x="44" y="0"/>
                  </a:cubicBezTo>
                  <a:cubicBezTo>
                    <a:pt x="59" y="-4"/>
                    <a:pt x="187" y="94"/>
                    <a:pt x="190" y="17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4" name=""/>
            <p:cNvSpPr/>
            <p:nvPr/>
          </p:nvSpPr>
          <p:spPr>
            <a:xfrm>
              <a:off x="1353240" y="4848480"/>
              <a:ext cx="54360" cy="115200"/>
            </a:xfrm>
            <a:custGeom>
              <a:avLst/>
              <a:gdLst/>
              <a:ahLst/>
              <a:rect l="0" t="0" r="r" b="b"/>
              <a:pathLst>
                <a:path w="151" h="320">
                  <a:moveTo>
                    <a:pt x="112" y="105"/>
                  </a:moveTo>
                  <a:cubicBezTo>
                    <a:pt x="142" y="262"/>
                    <a:pt x="138" y="239"/>
                    <a:pt x="151" y="306"/>
                  </a:cubicBezTo>
                  <a:cubicBezTo>
                    <a:pt x="132" y="311"/>
                    <a:pt x="113" y="315"/>
                    <a:pt x="94" y="320"/>
                  </a:cubicBezTo>
                  <a:cubicBezTo>
                    <a:pt x="67" y="256"/>
                    <a:pt x="94" y="309"/>
                    <a:pt x="11" y="129"/>
                  </a:cubicBezTo>
                  <a:cubicBezTo>
                    <a:pt x="-11" y="83"/>
                    <a:pt x="2" y="8"/>
                    <a:pt x="25" y="0"/>
                  </a:cubicBezTo>
                  <a:cubicBezTo>
                    <a:pt x="40" y="-5"/>
                    <a:pt x="100" y="40"/>
                    <a:pt x="112" y="10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5" name=""/>
            <p:cNvSpPr/>
            <p:nvPr/>
          </p:nvSpPr>
          <p:spPr>
            <a:xfrm>
              <a:off x="1491120" y="4818960"/>
              <a:ext cx="75240" cy="145800"/>
            </a:xfrm>
            <a:custGeom>
              <a:avLst/>
              <a:gdLst/>
              <a:ahLst/>
              <a:rect l="0" t="0" r="r" b="b"/>
              <a:pathLst>
                <a:path w="209" h="405">
                  <a:moveTo>
                    <a:pt x="19" y="177"/>
                  </a:moveTo>
                  <a:cubicBezTo>
                    <a:pt x="11" y="339"/>
                    <a:pt x="6" y="315"/>
                    <a:pt x="0" y="384"/>
                  </a:cubicBezTo>
                  <a:cubicBezTo>
                    <a:pt x="29" y="391"/>
                    <a:pt x="57" y="398"/>
                    <a:pt x="86" y="405"/>
                  </a:cubicBezTo>
                  <a:cubicBezTo>
                    <a:pt x="121" y="343"/>
                    <a:pt x="82" y="390"/>
                    <a:pt x="192" y="220"/>
                  </a:cubicBezTo>
                  <a:cubicBezTo>
                    <a:pt x="234" y="157"/>
                    <a:pt x="189" y="10"/>
                    <a:pt x="165" y="0"/>
                  </a:cubicBezTo>
                  <a:cubicBezTo>
                    <a:pt x="149" y="-4"/>
                    <a:pt x="22" y="94"/>
                    <a:pt x="19" y="17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6" name=""/>
            <p:cNvSpPr/>
            <p:nvPr/>
          </p:nvSpPr>
          <p:spPr>
            <a:xfrm>
              <a:off x="1497240" y="4848480"/>
              <a:ext cx="54720" cy="115920"/>
            </a:xfrm>
            <a:custGeom>
              <a:avLst/>
              <a:gdLst/>
              <a:ahLst/>
              <a:rect l="0" t="0" r="r" b="b"/>
              <a:pathLst>
                <a:path w="152" h="322">
                  <a:moveTo>
                    <a:pt x="38" y="105"/>
                  </a:moveTo>
                  <a:cubicBezTo>
                    <a:pt x="9" y="262"/>
                    <a:pt x="13" y="239"/>
                    <a:pt x="0" y="306"/>
                  </a:cubicBezTo>
                  <a:cubicBezTo>
                    <a:pt x="18" y="311"/>
                    <a:pt x="37" y="317"/>
                    <a:pt x="55" y="322"/>
                  </a:cubicBezTo>
                  <a:cubicBezTo>
                    <a:pt x="83" y="258"/>
                    <a:pt x="55" y="311"/>
                    <a:pt x="140" y="131"/>
                  </a:cubicBezTo>
                  <a:cubicBezTo>
                    <a:pt x="162" y="83"/>
                    <a:pt x="151" y="8"/>
                    <a:pt x="126" y="0"/>
                  </a:cubicBezTo>
                  <a:cubicBezTo>
                    <a:pt x="111" y="-5"/>
                    <a:pt x="51" y="40"/>
                    <a:pt x="38" y="10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7" name=""/>
            <p:cNvSpPr/>
            <p:nvPr/>
          </p:nvSpPr>
          <p:spPr>
            <a:xfrm>
              <a:off x="1351080" y="4907880"/>
              <a:ext cx="202680" cy="177480"/>
            </a:xfrm>
            <a:custGeom>
              <a:avLst/>
              <a:gdLst/>
              <a:ahLst/>
              <a:rect l="0" t="0" r="r" b="b"/>
              <a:pathLst>
                <a:path w="563" h="493">
                  <a:moveTo>
                    <a:pt x="281" y="0"/>
                  </a:moveTo>
                  <a:cubicBezTo>
                    <a:pt x="127" y="0"/>
                    <a:pt x="56" y="66"/>
                    <a:pt x="56" y="158"/>
                  </a:cubicBezTo>
                  <a:cubicBezTo>
                    <a:pt x="56" y="235"/>
                    <a:pt x="-61" y="349"/>
                    <a:pt x="44" y="424"/>
                  </a:cubicBezTo>
                  <a:cubicBezTo>
                    <a:pt x="95" y="461"/>
                    <a:pt x="180" y="493"/>
                    <a:pt x="281" y="493"/>
                  </a:cubicBezTo>
                  <a:cubicBezTo>
                    <a:pt x="383" y="493"/>
                    <a:pt x="469" y="461"/>
                    <a:pt x="520" y="424"/>
                  </a:cubicBezTo>
                  <a:cubicBezTo>
                    <a:pt x="624" y="347"/>
                    <a:pt x="508" y="235"/>
                    <a:pt x="508" y="158"/>
                  </a:cubicBezTo>
                  <a:cubicBezTo>
                    <a:pt x="508" y="66"/>
                    <a:pt x="438" y="0"/>
                    <a:pt x="281"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8" name=""/>
            <p:cNvSpPr/>
            <p:nvPr/>
          </p:nvSpPr>
          <p:spPr>
            <a:xfrm>
              <a:off x="1364400" y="4932000"/>
              <a:ext cx="177120" cy="146880"/>
            </a:xfrm>
            <a:custGeom>
              <a:avLst/>
              <a:gdLst/>
              <a:ahLst/>
              <a:rect l="0" t="0" r="r" b="b"/>
              <a:pathLst>
                <a:path w="492" h="408">
                  <a:moveTo>
                    <a:pt x="224" y="12"/>
                  </a:moveTo>
                  <a:cubicBezTo>
                    <a:pt x="238" y="-5"/>
                    <a:pt x="251" y="-5"/>
                    <a:pt x="264" y="12"/>
                  </a:cubicBezTo>
                  <a:cubicBezTo>
                    <a:pt x="297" y="54"/>
                    <a:pt x="347" y="143"/>
                    <a:pt x="351" y="217"/>
                  </a:cubicBezTo>
                  <a:cubicBezTo>
                    <a:pt x="409" y="209"/>
                    <a:pt x="475" y="212"/>
                    <a:pt x="489" y="243"/>
                  </a:cubicBezTo>
                  <a:cubicBezTo>
                    <a:pt x="515" y="304"/>
                    <a:pt x="392" y="408"/>
                    <a:pt x="246" y="408"/>
                  </a:cubicBezTo>
                  <a:cubicBezTo>
                    <a:pt x="98" y="408"/>
                    <a:pt x="-22" y="304"/>
                    <a:pt x="4" y="243"/>
                  </a:cubicBezTo>
                  <a:cubicBezTo>
                    <a:pt x="15" y="212"/>
                    <a:pt x="81" y="209"/>
                    <a:pt x="138" y="217"/>
                  </a:cubicBezTo>
                  <a:cubicBezTo>
                    <a:pt x="141" y="143"/>
                    <a:pt x="192" y="54"/>
                    <a:pt x="224" y="1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39" name=""/>
            <p:cNvSpPr/>
            <p:nvPr/>
          </p:nvSpPr>
          <p:spPr>
            <a:xfrm>
              <a:off x="1410840" y="5037120"/>
              <a:ext cx="83880" cy="30240"/>
            </a:xfrm>
            <a:custGeom>
              <a:avLst/>
              <a:gdLst/>
              <a:ahLst/>
              <a:rect l="0" t="0" r="r" b="b"/>
              <a:pathLst>
                <a:path w="233" h="84">
                  <a:moveTo>
                    <a:pt x="47" y="30"/>
                  </a:moveTo>
                  <a:cubicBezTo>
                    <a:pt x="64" y="31"/>
                    <a:pt x="83" y="27"/>
                    <a:pt x="96" y="18"/>
                  </a:cubicBezTo>
                  <a:cubicBezTo>
                    <a:pt x="104" y="13"/>
                    <a:pt x="110" y="7"/>
                    <a:pt x="116" y="0"/>
                  </a:cubicBezTo>
                  <a:cubicBezTo>
                    <a:pt x="121" y="7"/>
                    <a:pt x="129" y="13"/>
                    <a:pt x="136" y="18"/>
                  </a:cubicBezTo>
                  <a:cubicBezTo>
                    <a:pt x="152" y="27"/>
                    <a:pt x="169" y="32"/>
                    <a:pt x="186" y="30"/>
                  </a:cubicBezTo>
                  <a:cubicBezTo>
                    <a:pt x="203" y="30"/>
                    <a:pt x="219" y="24"/>
                    <a:pt x="232" y="13"/>
                  </a:cubicBezTo>
                  <a:cubicBezTo>
                    <a:pt x="239" y="7"/>
                    <a:pt x="199" y="84"/>
                    <a:pt x="116" y="84"/>
                  </a:cubicBezTo>
                  <a:cubicBezTo>
                    <a:pt x="33" y="84"/>
                    <a:pt x="-7" y="7"/>
                    <a:pt x="1" y="13"/>
                  </a:cubicBezTo>
                  <a:cubicBezTo>
                    <a:pt x="13" y="23"/>
                    <a:pt x="30" y="28"/>
                    <a:pt x="47" y="3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0" name=""/>
            <p:cNvSpPr/>
            <p:nvPr/>
          </p:nvSpPr>
          <p:spPr>
            <a:xfrm>
              <a:off x="1381320" y="4953600"/>
              <a:ext cx="48960" cy="57960"/>
            </a:xfrm>
            <a:custGeom>
              <a:avLst/>
              <a:gdLst/>
              <a:ahLst/>
              <a:rect l="0" t="0" r="r" b="b"/>
              <a:pathLst>
                <a:path w="136" h="161">
                  <a:moveTo>
                    <a:pt x="89" y="4"/>
                  </a:moveTo>
                  <a:cubicBezTo>
                    <a:pt x="43" y="-15"/>
                    <a:pt x="12" y="30"/>
                    <a:pt x="5" y="55"/>
                  </a:cubicBezTo>
                  <a:cubicBezTo>
                    <a:pt x="-8" y="91"/>
                    <a:pt x="8" y="132"/>
                    <a:pt x="12" y="141"/>
                  </a:cubicBezTo>
                  <a:cubicBezTo>
                    <a:pt x="15" y="148"/>
                    <a:pt x="49" y="177"/>
                    <a:pt x="125" y="149"/>
                  </a:cubicBezTo>
                  <a:cubicBezTo>
                    <a:pt x="123" y="149"/>
                    <a:pt x="143" y="108"/>
                    <a:pt x="134" y="69"/>
                  </a:cubicBezTo>
                  <a:cubicBezTo>
                    <a:pt x="119" y="48"/>
                    <a:pt x="129" y="19"/>
                    <a:pt x="89" y="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1" name=""/>
            <p:cNvSpPr/>
            <p:nvPr/>
          </p:nvSpPr>
          <p:spPr>
            <a:xfrm>
              <a:off x="1378080" y="4950720"/>
              <a:ext cx="51480" cy="62280"/>
            </a:xfrm>
            <a:custGeom>
              <a:avLst/>
              <a:gdLst/>
              <a:ahLst/>
              <a:rect l="0" t="0" r="r" b="b"/>
              <a:pathLst>
                <a:path w="143" h="173">
                  <a:moveTo>
                    <a:pt x="126" y="27"/>
                  </a:moveTo>
                  <a:cubicBezTo>
                    <a:pt x="120" y="20"/>
                    <a:pt x="114" y="13"/>
                    <a:pt x="106" y="9"/>
                  </a:cubicBezTo>
                  <a:cubicBezTo>
                    <a:pt x="103" y="6"/>
                    <a:pt x="98" y="4"/>
                    <a:pt x="94" y="3"/>
                  </a:cubicBezTo>
                  <a:cubicBezTo>
                    <a:pt x="89" y="1"/>
                    <a:pt x="84" y="0"/>
                    <a:pt x="80" y="0"/>
                  </a:cubicBezTo>
                  <a:cubicBezTo>
                    <a:pt x="61" y="-3"/>
                    <a:pt x="43" y="6"/>
                    <a:pt x="30" y="18"/>
                  </a:cubicBezTo>
                  <a:cubicBezTo>
                    <a:pt x="18" y="30"/>
                    <a:pt x="7" y="47"/>
                    <a:pt x="3" y="66"/>
                  </a:cubicBezTo>
                  <a:cubicBezTo>
                    <a:pt x="-2" y="84"/>
                    <a:pt x="0" y="103"/>
                    <a:pt x="4" y="122"/>
                  </a:cubicBezTo>
                  <a:cubicBezTo>
                    <a:pt x="6" y="131"/>
                    <a:pt x="9" y="140"/>
                    <a:pt x="14" y="148"/>
                  </a:cubicBezTo>
                  <a:cubicBezTo>
                    <a:pt x="14" y="149"/>
                    <a:pt x="14" y="150"/>
                    <a:pt x="15" y="151"/>
                  </a:cubicBezTo>
                  <a:cubicBezTo>
                    <a:pt x="15" y="153"/>
                    <a:pt x="15" y="155"/>
                    <a:pt x="15" y="156"/>
                  </a:cubicBezTo>
                  <a:cubicBezTo>
                    <a:pt x="15" y="157"/>
                    <a:pt x="16" y="157"/>
                    <a:pt x="17" y="157"/>
                  </a:cubicBezTo>
                  <a:cubicBezTo>
                    <a:pt x="18" y="159"/>
                    <a:pt x="20" y="160"/>
                    <a:pt x="23" y="162"/>
                  </a:cubicBezTo>
                  <a:cubicBezTo>
                    <a:pt x="27" y="165"/>
                    <a:pt x="30" y="166"/>
                    <a:pt x="35" y="168"/>
                  </a:cubicBezTo>
                  <a:cubicBezTo>
                    <a:pt x="52" y="174"/>
                    <a:pt x="69" y="174"/>
                    <a:pt x="86" y="172"/>
                  </a:cubicBezTo>
                  <a:cubicBezTo>
                    <a:pt x="103" y="169"/>
                    <a:pt x="118" y="165"/>
                    <a:pt x="134" y="157"/>
                  </a:cubicBezTo>
                  <a:cubicBezTo>
                    <a:pt x="118" y="160"/>
                    <a:pt x="101" y="165"/>
                    <a:pt x="86" y="165"/>
                  </a:cubicBezTo>
                  <a:cubicBezTo>
                    <a:pt x="70" y="165"/>
                    <a:pt x="54" y="163"/>
                    <a:pt x="40" y="157"/>
                  </a:cubicBezTo>
                  <a:cubicBezTo>
                    <a:pt x="37" y="156"/>
                    <a:pt x="34" y="154"/>
                    <a:pt x="30" y="151"/>
                  </a:cubicBezTo>
                  <a:cubicBezTo>
                    <a:pt x="29" y="149"/>
                    <a:pt x="27" y="149"/>
                    <a:pt x="27" y="148"/>
                  </a:cubicBezTo>
                  <a:cubicBezTo>
                    <a:pt x="26" y="147"/>
                    <a:pt x="26" y="146"/>
                    <a:pt x="26" y="145"/>
                  </a:cubicBezTo>
                  <a:cubicBezTo>
                    <a:pt x="23" y="137"/>
                    <a:pt x="21" y="129"/>
                    <a:pt x="18" y="122"/>
                  </a:cubicBezTo>
                  <a:cubicBezTo>
                    <a:pt x="15" y="105"/>
                    <a:pt x="14" y="88"/>
                    <a:pt x="18" y="73"/>
                  </a:cubicBezTo>
                  <a:cubicBezTo>
                    <a:pt x="21" y="58"/>
                    <a:pt x="30" y="44"/>
                    <a:pt x="41" y="33"/>
                  </a:cubicBezTo>
                  <a:cubicBezTo>
                    <a:pt x="52" y="23"/>
                    <a:pt x="66" y="15"/>
                    <a:pt x="80" y="17"/>
                  </a:cubicBezTo>
                  <a:cubicBezTo>
                    <a:pt x="83" y="17"/>
                    <a:pt x="86" y="16"/>
                    <a:pt x="90" y="18"/>
                  </a:cubicBezTo>
                  <a:cubicBezTo>
                    <a:pt x="93" y="19"/>
                    <a:pt x="98" y="20"/>
                    <a:pt x="101" y="21"/>
                  </a:cubicBezTo>
                  <a:cubicBezTo>
                    <a:pt x="109" y="24"/>
                    <a:pt x="115" y="29"/>
                    <a:pt x="120" y="35"/>
                  </a:cubicBezTo>
                  <a:cubicBezTo>
                    <a:pt x="130" y="44"/>
                    <a:pt x="138" y="60"/>
                    <a:pt x="143" y="78"/>
                  </a:cubicBezTo>
                  <a:cubicBezTo>
                    <a:pt x="143" y="60"/>
                    <a:pt x="137" y="43"/>
                    <a:pt x="126"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2" name=""/>
            <p:cNvSpPr/>
            <p:nvPr/>
          </p:nvSpPr>
          <p:spPr>
            <a:xfrm>
              <a:off x="1393920" y="4967640"/>
              <a:ext cx="28800" cy="35280"/>
            </a:xfrm>
            <a:custGeom>
              <a:avLst/>
              <a:gdLst/>
              <a:ahLst/>
              <a:rect l="0" t="0" r="r" b="b"/>
              <a:pathLst>
                <a:path w="80" h="98">
                  <a:moveTo>
                    <a:pt x="0" y="49"/>
                  </a:moveTo>
                  <a:cubicBezTo>
                    <a:pt x="0" y="58"/>
                    <a:pt x="2" y="66"/>
                    <a:pt x="6"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6" y="24"/>
                  </a:cubicBezTo>
                  <a:cubicBezTo>
                    <a:pt x="2" y="32"/>
                    <a:pt x="0" y="40"/>
                    <a:pt x="0" y="4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3" name=""/>
            <p:cNvSpPr/>
            <p:nvPr/>
          </p:nvSpPr>
          <p:spPr>
            <a:xfrm>
              <a:off x="1474920" y="4953600"/>
              <a:ext cx="48960" cy="57960"/>
            </a:xfrm>
            <a:custGeom>
              <a:avLst/>
              <a:gdLst/>
              <a:ahLst/>
              <a:rect l="0" t="0" r="r" b="b"/>
              <a:pathLst>
                <a:path w="136" h="161">
                  <a:moveTo>
                    <a:pt x="47" y="4"/>
                  </a:moveTo>
                  <a:cubicBezTo>
                    <a:pt x="93" y="-15"/>
                    <a:pt x="124" y="30"/>
                    <a:pt x="131" y="55"/>
                  </a:cubicBezTo>
                  <a:cubicBezTo>
                    <a:pt x="144" y="91"/>
                    <a:pt x="128" y="133"/>
                    <a:pt x="124" y="141"/>
                  </a:cubicBezTo>
                  <a:cubicBezTo>
                    <a:pt x="120" y="149"/>
                    <a:pt x="87" y="177"/>
                    <a:pt x="11" y="149"/>
                  </a:cubicBezTo>
                  <a:cubicBezTo>
                    <a:pt x="13" y="149"/>
                    <a:pt x="-6" y="108"/>
                    <a:pt x="2" y="69"/>
                  </a:cubicBezTo>
                  <a:cubicBezTo>
                    <a:pt x="17" y="48"/>
                    <a:pt x="7" y="19"/>
                    <a:pt x="47" y="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4" name=""/>
            <p:cNvSpPr/>
            <p:nvPr/>
          </p:nvSpPr>
          <p:spPr>
            <a:xfrm>
              <a:off x="1475640" y="4951080"/>
              <a:ext cx="51840" cy="61920"/>
            </a:xfrm>
            <a:custGeom>
              <a:avLst/>
              <a:gdLst/>
              <a:ahLst/>
              <a:rect l="0" t="0" r="r" b="b"/>
              <a:pathLst>
                <a:path w="144" h="172">
                  <a:moveTo>
                    <a:pt x="23" y="32"/>
                  </a:moveTo>
                  <a:cubicBezTo>
                    <a:pt x="29" y="26"/>
                    <a:pt x="35" y="22"/>
                    <a:pt x="42" y="19"/>
                  </a:cubicBezTo>
                  <a:cubicBezTo>
                    <a:pt x="45" y="17"/>
                    <a:pt x="49" y="16"/>
                    <a:pt x="52" y="16"/>
                  </a:cubicBezTo>
                  <a:cubicBezTo>
                    <a:pt x="55" y="14"/>
                    <a:pt x="60" y="14"/>
                    <a:pt x="63" y="14"/>
                  </a:cubicBezTo>
                  <a:cubicBezTo>
                    <a:pt x="77" y="14"/>
                    <a:pt x="92" y="20"/>
                    <a:pt x="102" y="31"/>
                  </a:cubicBezTo>
                  <a:cubicBezTo>
                    <a:pt x="112" y="42"/>
                    <a:pt x="122" y="57"/>
                    <a:pt x="125" y="71"/>
                  </a:cubicBezTo>
                  <a:cubicBezTo>
                    <a:pt x="128" y="85"/>
                    <a:pt x="128" y="102"/>
                    <a:pt x="125" y="119"/>
                  </a:cubicBezTo>
                  <a:cubicBezTo>
                    <a:pt x="123" y="127"/>
                    <a:pt x="120" y="136"/>
                    <a:pt x="117" y="142"/>
                  </a:cubicBezTo>
                  <a:cubicBezTo>
                    <a:pt x="116" y="143"/>
                    <a:pt x="116" y="144"/>
                    <a:pt x="115" y="145"/>
                  </a:cubicBezTo>
                  <a:cubicBezTo>
                    <a:pt x="114" y="147"/>
                    <a:pt x="112" y="147"/>
                    <a:pt x="112" y="148"/>
                  </a:cubicBezTo>
                  <a:cubicBezTo>
                    <a:pt x="109" y="150"/>
                    <a:pt x="106" y="153"/>
                    <a:pt x="103" y="155"/>
                  </a:cubicBezTo>
                  <a:cubicBezTo>
                    <a:pt x="89" y="161"/>
                    <a:pt x="74" y="164"/>
                    <a:pt x="57" y="162"/>
                  </a:cubicBezTo>
                  <a:cubicBezTo>
                    <a:pt x="42" y="162"/>
                    <a:pt x="25" y="159"/>
                    <a:pt x="9" y="155"/>
                  </a:cubicBezTo>
                  <a:cubicBezTo>
                    <a:pt x="25" y="162"/>
                    <a:pt x="40" y="167"/>
                    <a:pt x="57" y="170"/>
                  </a:cubicBezTo>
                  <a:cubicBezTo>
                    <a:pt x="74" y="173"/>
                    <a:pt x="91" y="171"/>
                    <a:pt x="108" y="165"/>
                  </a:cubicBezTo>
                  <a:cubicBezTo>
                    <a:pt x="112" y="164"/>
                    <a:pt x="115" y="162"/>
                    <a:pt x="120" y="159"/>
                  </a:cubicBezTo>
                  <a:cubicBezTo>
                    <a:pt x="122" y="158"/>
                    <a:pt x="125" y="156"/>
                    <a:pt x="126" y="155"/>
                  </a:cubicBezTo>
                  <a:cubicBezTo>
                    <a:pt x="127" y="155"/>
                    <a:pt x="127" y="154"/>
                    <a:pt x="128" y="153"/>
                  </a:cubicBezTo>
                  <a:cubicBezTo>
                    <a:pt x="128" y="153"/>
                    <a:pt x="129" y="152"/>
                    <a:pt x="129" y="151"/>
                  </a:cubicBezTo>
                  <a:lnTo>
                    <a:pt x="129" y="150"/>
                  </a:lnTo>
                  <a:cubicBezTo>
                    <a:pt x="130" y="150"/>
                    <a:pt x="130" y="149"/>
                    <a:pt x="131" y="148"/>
                  </a:cubicBezTo>
                  <a:cubicBezTo>
                    <a:pt x="134" y="139"/>
                    <a:pt x="137" y="131"/>
                    <a:pt x="140" y="122"/>
                  </a:cubicBezTo>
                  <a:cubicBezTo>
                    <a:pt x="145" y="104"/>
                    <a:pt x="145" y="85"/>
                    <a:pt x="142" y="66"/>
                  </a:cubicBezTo>
                  <a:cubicBezTo>
                    <a:pt x="137" y="48"/>
                    <a:pt x="126" y="31"/>
                    <a:pt x="114" y="19"/>
                  </a:cubicBezTo>
                  <a:cubicBezTo>
                    <a:pt x="100" y="6"/>
                    <a:pt x="83" y="-3"/>
                    <a:pt x="65" y="0"/>
                  </a:cubicBezTo>
                  <a:cubicBezTo>
                    <a:pt x="60" y="0"/>
                    <a:pt x="55" y="2"/>
                    <a:pt x="51" y="3"/>
                  </a:cubicBezTo>
                  <a:cubicBezTo>
                    <a:pt x="46" y="5"/>
                    <a:pt x="43" y="6"/>
                    <a:pt x="38" y="9"/>
                  </a:cubicBezTo>
                  <a:cubicBezTo>
                    <a:pt x="31" y="14"/>
                    <a:pt x="25" y="20"/>
                    <a:pt x="18" y="28"/>
                  </a:cubicBezTo>
                  <a:cubicBezTo>
                    <a:pt x="8" y="40"/>
                    <a:pt x="2" y="59"/>
                    <a:pt x="0" y="77"/>
                  </a:cubicBezTo>
                  <a:cubicBezTo>
                    <a:pt x="5" y="60"/>
                    <a:pt x="11" y="43"/>
                    <a:pt x="23" y="3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5" name=""/>
            <p:cNvSpPr/>
            <p:nvPr/>
          </p:nvSpPr>
          <p:spPr>
            <a:xfrm>
              <a:off x="1482840" y="4967640"/>
              <a:ext cx="28800" cy="35280"/>
            </a:xfrm>
            <a:custGeom>
              <a:avLst/>
              <a:gdLst/>
              <a:ahLst/>
              <a:rect l="0" t="0" r="r" b="b"/>
              <a:pathLst>
                <a:path w="80" h="98">
                  <a:moveTo>
                    <a:pt x="0" y="49"/>
                  </a:moveTo>
                  <a:cubicBezTo>
                    <a:pt x="0" y="58"/>
                    <a:pt x="1" y="66"/>
                    <a:pt x="5"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5" y="24"/>
                  </a:cubicBezTo>
                  <a:cubicBezTo>
                    <a:pt x="2" y="32"/>
                    <a:pt x="0" y="40"/>
                    <a:pt x="0" y="4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6" name=""/>
            <p:cNvSpPr/>
            <p:nvPr/>
          </p:nvSpPr>
          <p:spPr>
            <a:xfrm>
              <a:off x="1438200" y="5029920"/>
              <a:ext cx="29520" cy="24120"/>
            </a:xfrm>
            <a:custGeom>
              <a:avLst/>
              <a:gdLst/>
              <a:ahLst/>
              <a:rect l="0" t="0" r="r" b="b"/>
              <a:pathLst>
                <a:path w="82" h="67">
                  <a:moveTo>
                    <a:pt x="82" y="0"/>
                  </a:moveTo>
                  <a:cubicBezTo>
                    <a:pt x="55" y="0"/>
                    <a:pt x="27" y="0"/>
                    <a:pt x="0" y="0"/>
                  </a:cubicBezTo>
                  <a:cubicBezTo>
                    <a:pt x="0" y="22"/>
                    <a:pt x="0" y="45"/>
                    <a:pt x="0" y="67"/>
                  </a:cubicBezTo>
                  <a:cubicBezTo>
                    <a:pt x="27" y="67"/>
                    <a:pt x="55" y="67"/>
                    <a:pt x="82" y="67"/>
                  </a:cubicBezTo>
                  <a:cubicBezTo>
                    <a:pt x="82" y="45"/>
                    <a:pt x="82" y="22"/>
                    <a:pt x="82"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7" name=""/>
            <p:cNvSpPr/>
            <p:nvPr/>
          </p:nvSpPr>
          <p:spPr>
            <a:xfrm>
              <a:off x="1397880" y="5009400"/>
              <a:ext cx="110880" cy="39240"/>
            </a:xfrm>
            <a:custGeom>
              <a:avLst/>
              <a:gdLst/>
              <a:ahLst/>
              <a:rect l="0" t="0" r="r" b="b"/>
              <a:pathLst>
                <a:path w="308" h="109">
                  <a:moveTo>
                    <a:pt x="75" y="94"/>
                  </a:moveTo>
                  <a:cubicBezTo>
                    <a:pt x="91" y="92"/>
                    <a:pt x="106" y="88"/>
                    <a:pt x="119" y="81"/>
                  </a:cubicBezTo>
                  <a:cubicBezTo>
                    <a:pt x="131" y="73"/>
                    <a:pt x="140" y="63"/>
                    <a:pt x="142" y="52"/>
                  </a:cubicBezTo>
                  <a:cubicBezTo>
                    <a:pt x="145" y="35"/>
                    <a:pt x="149" y="17"/>
                    <a:pt x="152" y="0"/>
                  </a:cubicBezTo>
                  <a:cubicBezTo>
                    <a:pt x="156" y="17"/>
                    <a:pt x="159" y="35"/>
                    <a:pt x="163" y="52"/>
                  </a:cubicBezTo>
                  <a:cubicBezTo>
                    <a:pt x="166" y="64"/>
                    <a:pt x="173" y="73"/>
                    <a:pt x="186" y="81"/>
                  </a:cubicBezTo>
                  <a:cubicBezTo>
                    <a:pt x="198" y="88"/>
                    <a:pt x="214" y="94"/>
                    <a:pt x="229" y="94"/>
                  </a:cubicBezTo>
                  <a:cubicBezTo>
                    <a:pt x="246" y="94"/>
                    <a:pt x="262" y="92"/>
                    <a:pt x="275" y="84"/>
                  </a:cubicBezTo>
                  <a:cubicBezTo>
                    <a:pt x="289" y="78"/>
                    <a:pt x="302" y="67"/>
                    <a:pt x="308" y="54"/>
                  </a:cubicBezTo>
                  <a:cubicBezTo>
                    <a:pt x="306" y="69"/>
                    <a:pt x="297" y="83"/>
                    <a:pt x="283" y="92"/>
                  </a:cubicBezTo>
                  <a:cubicBezTo>
                    <a:pt x="269" y="101"/>
                    <a:pt x="249" y="107"/>
                    <a:pt x="231" y="109"/>
                  </a:cubicBezTo>
                  <a:cubicBezTo>
                    <a:pt x="211" y="110"/>
                    <a:pt x="192" y="106"/>
                    <a:pt x="175" y="97"/>
                  </a:cubicBezTo>
                  <a:cubicBezTo>
                    <a:pt x="166" y="92"/>
                    <a:pt x="160" y="86"/>
                    <a:pt x="154" y="78"/>
                  </a:cubicBezTo>
                  <a:cubicBezTo>
                    <a:pt x="148" y="86"/>
                    <a:pt x="140" y="92"/>
                    <a:pt x="132" y="97"/>
                  </a:cubicBezTo>
                  <a:cubicBezTo>
                    <a:pt x="115" y="106"/>
                    <a:pt x="95" y="110"/>
                    <a:pt x="77" y="109"/>
                  </a:cubicBezTo>
                  <a:cubicBezTo>
                    <a:pt x="59" y="109"/>
                    <a:pt x="39" y="103"/>
                    <a:pt x="25" y="92"/>
                  </a:cubicBezTo>
                  <a:cubicBezTo>
                    <a:pt x="11" y="83"/>
                    <a:pt x="0" y="67"/>
                    <a:pt x="0" y="54"/>
                  </a:cubicBezTo>
                  <a:cubicBezTo>
                    <a:pt x="3" y="66"/>
                    <a:pt x="15" y="77"/>
                    <a:pt x="29" y="84"/>
                  </a:cubicBezTo>
                  <a:cubicBezTo>
                    <a:pt x="43" y="90"/>
                    <a:pt x="60" y="94"/>
                    <a:pt x="75" y="9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48" name=""/>
            <p:cNvSpPr/>
            <p:nvPr/>
          </p:nvSpPr>
          <p:spPr>
            <a:xfrm>
              <a:off x="1432080" y="5002200"/>
              <a:ext cx="42120" cy="19800"/>
            </a:xfrm>
            <a:custGeom>
              <a:avLst/>
              <a:gdLst/>
              <a:ahLst/>
              <a:rect l="0" t="0" r="r" b="b"/>
              <a:pathLst>
                <a:path w="117" h="55">
                  <a:moveTo>
                    <a:pt x="59" y="0"/>
                  </a:moveTo>
                  <a:cubicBezTo>
                    <a:pt x="70" y="0"/>
                    <a:pt x="102" y="0"/>
                    <a:pt x="114" y="9"/>
                  </a:cubicBezTo>
                  <a:cubicBezTo>
                    <a:pt x="122" y="15"/>
                    <a:pt x="116" y="30"/>
                    <a:pt x="96" y="44"/>
                  </a:cubicBezTo>
                  <a:cubicBezTo>
                    <a:pt x="82" y="54"/>
                    <a:pt x="70" y="55"/>
                    <a:pt x="60" y="55"/>
                  </a:cubicBezTo>
                  <a:cubicBezTo>
                    <a:pt x="50" y="55"/>
                    <a:pt x="37" y="52"/>
                    <a:pt x="25" y="44"/>
                  </a:cubicBezTo>
                  <a:cubicBezTo>
                    <a:pt x="0" y="30"/>
                    <a:pt x="-4" y="15"/>
                    <a:pt x="4" y="9"/>
                  </a:cubicBezTo>
                  <a:cubicBezTo>
                    <a:pt x="14" y="0"/>
                    <a:pt x="48" y="0"/>
                    <a:pt x="59"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149" name=""/>
          <p:cNvGrpSpPr/>
          <p:nvPr/>
        </p:nvGrpSpPr>
        <p:grpSpPr>
          <a:xfrm>
            <a:off x="6320520" y="4745520"/>
            <a:ext cx="497520" cy="397440"/>
            <a:chOff x="6320520" y="4745520"/>
            <a:chExt cx="497520" cy="397440"/>
          </a:xfrm>
        </p:grpSpPr>
        <p:sp>
          <p:nvSpPr>
            <p:cNvPr id="150" name=""/>
            <p:cNvSpPr/>
            <p:nvPr/>
          </p:nvSpPr>
          <p:spPr>
            <a:xfrm>
              <a:off x="6666480" y="4873320"/>
              <a:ext cx="151560" cy="228960"/>
            </a:xfrm>
            <a:custGeom>
              <a:avLst/>
              <a:gdLst/>
              <a:ahLst/>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1" name=""/>
            <p:cNvSpPr/>
            <p:nvPr/>
          </p:nvSpPr>
          <p:spPr>
            <a:xfrm>
              <a:off x="6652440" y="4866480"/>
              <a:ext cx="143640" cy="234000"/>
            </a:xfrm>
            <a:custGeom>
              <a:avLst/>
              <a:gdLst/>
              <a:ahLst/>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2" name=""/>
            <p:cNvSpPr/>
            <p:nvPr/>
          </p:nvSpPr>
          <p:spPr>
            <a:xfrm>
              <a:off x="6652440" y="4862160"/>
              <a:ext cx="135360" cy="235080"/>
            </a:xfrm>
            <a:custGeom>
              <a:avLst/>
              <a:gdLst/>
              <a:ahLst/>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3" name=""/>
            <p:cNvSpPr/>
            <p:nvPr/>
          </p:nvSpPr>
          <p:spPr>
            <a:xfrm>
              <a:off x="6320520" y="4900680"/>
              <a:ext cx="230040" cy="214200"/>
            </a:xfrm>
            <a:custGeom>
              <a:avLst/>
              <a:gdLst/>
              <a:ahLst/>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4" name=""/>
            <p:cNvSpPr/>
            <p:nvPr/>
          </p:nvSpPr>
          <p:spPr>
            <a:xfrm>
              <a:off x="6404400" y="4830120"/>
              <a:ext cx="267480" cy="312840"/>
            </a:xfrm>
            <a:custGeom>
              <a:avLst/>
              <a:gdLst/>
              <a:ahLst/>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5" name=""/>
            <p:cNvSpPr/>
            <p:nvPr/>
          </p:nvSpPr>
          <p:spPr>
            <a:xfrm>
              <a:off x="6507720" y="4935960"/>
              <a:ext cx="100080" cy="183960"/>
            </a:xfrm>
            <a:custGeom>
              <a:avLst/>
              <a:gdLst/>
              <a:ahLst/>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6" name=""/>
            <p:cNvSpPr/>
            <p:nvPr/>
          </p:nvSpPr>
          <p:spPr>
            <a:xfrm>
              <a:off x="6506640" y="4818600"/>
              <a:ext cx="180000" cy="281880"/>
            </a:xfrm>
            <a:custGeom>
              <a:avLst/>
              <a:gdLst/>
              <a:ahLst/>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7" name=""/>
            <p:cNvSpPr/>
            <p:nvPr/>
          </p:nvSpPr>
          <p:spPr>
            <a:xfrm>
              <a:off x="6503040" y="4811040"/>
              <a:ext cx="196920" cy="290520"/>
            </a:xfrm>
            <a:custGeom>
              <a:avLst/>
              <a:gdLst/>
              <a:ahLst/>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8" name=""/>
            <p:cNvSpPr/>
            <p:nvPr/>
          </p:nvSpPr>
          <p:spPr>
            <a:xfrm>
              <a:off x="6422400" y="4748760"/>
              <a:ext cx="46800" cy="48960"/>
            </a:xfrm>
            <a:custGeom>
              <a:avLst/>
              <a:gdLst/>
              <a:ahLst/>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59" name=""/>
            <p:cNvSpPr/>
            <p:nvPr/>
          </p:nvSpPr>
          <p:spPr>
            <a:xfrm>
              <a:off x="6350760" y="4745520"/>
              <a:ext cx="162720" cy="192600"/>
            </a:xfrm>
            <a:custGeom>
              <a:avLst/>
              <a:gdLst/>
              <a:ahLst/>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0" name=""/>
            <p:cNvSpPr/>
            <p:nvPr/>
          </p:nvSpPr>
          <p:spPr>
            <a:xfrm>
              <a:off x="6446160" y="4768560"/>
              <a:ext cx="36360" cy="70560"/>
            </a:xfrm>
            <a:custGeom>
              <a:avLst/>
              <a:gdLst/>
              <a:ahLst/>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1" name=""/>
            <p:cNvSpPr/>
            <p:nvPr/>
          </p:nvSpPr>
          <p:spPr>
            <a:xfrm>
              <a:off x="6387840" y="4827600"/>
              <a:ext cx="48960" cy="45000"/>
            </a:xfrm>
            <a:custGeom>
              <a:avLst/>
              <a:gdLst/>
              <a:ahLst/>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2" name=""/>
            <p:cNvSpPr/>
            <p:nvPr/>
          </p:nvSpPr>
          <p:spPr>
            <a:xfrm>
              <a:off x="6395040" y="4837680"/>
              <a:ext cx="29880" cy="27360"/>
            </a:xfrm>
            <a:custGeom>
              <a:avLst/>
              <a:gdLst/>
              <a:ahLst/>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3" name=""/>
            <p:cNvSpPr/>
            <p:nvPr/>
          </p:nvSpPr>
          <p:spPr>
            <a:xfrm>
              <a:off x="6381000" y="4843440"/>
              <a:ext cx="141480" cy="120960"/>
            </a:xfrm>
            <a:custGeom>
              <a:avLst/>
              <a:gdLst/>
              <a:ahLst/>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4" name=""/>
            <p:cNvSpPr/>
            <p:nvPr/>
          </p:nvSpPr>
          <p:spPr>
            <a:xfrm>
              <a:off x="6335640" y="4924800"/>
              <a:ext cx="181440" cy="91800"/>
            </a:xfrm>
            <a:custGeom>
              <a:avLst/>
              <a:gdLst/>
              <a:ahLst/>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165" name=""/>
          <p:cNvGrpSpPr/>
          <p:nvPr/>
        </p:nvGrpSpPr>
        <p:grpSpPr>
          <a:xfrm>
            <a:off x="8819640" y="3959640"/>
            <a:ext cx="900000" cy="1080000"/>
            <a:chOff x="8819640" y="3959640"/>
            <a:chExt cx="900000" cy="1080000"/>
          </a:xfrm>
        </p:grpSpPr>
        <p:sp>
          <p:nvSpPr>
            <p:cNvPr id="68" name=""/>
            <p:cNvSpPr/>
            <p:nvPr/>
          </p:nvSpPr>
          <p:spPr>
            <a:xfrm>
              <a:off x="9180000" y="4139640"/>
              <a:ext cx="179640" cy="900000"/>
            </a:xfrm>
            <a:prstGeom prst="rect">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69" name=""/>
            <p:cNvSpPr/>
            <p:nvPr/>
          </p:nvSpPr>
          <p:spPr>
            <a:xfrm>
              <a:off x="8819640" y="4499640"/>
              <a:ext cx="90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0" name=""/>
            <p:cNvSpPr/>
            <p:nvPr/>
          </p:nvSpPr>
          <p:spPr>
            <a:xfrm>
              <a:off x="8910000" y="4319640"/>
              <a:ext cx="72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1" name=""/>
            <p:cNvSpPr/>
            <p:nvPr/>
          </p:nvSpPr>
          <p:spPr>
            <a:xfrm>
              <a:off x="8999640" y="4139640"/>
              <a:ext cx="54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2" name=""/>
            <p:cNvSpPr/>
            <p:nvPr/>
          </p:nvSpPr>
          <p:spPr>
            <a:xfrm>
              <a:off x="9089640" y="3959640"/>
              <a:ext cx="35964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grpSp>
        <p:nvGrpSpPr>
          <p:cNvPr id="166" name=""/>
          <p:cNvGrpSpPr/>
          <p:nvPr/>
        </p:nvGrpSpPr>
        <p:grpSpPr>
          <a:xfrm>
            <a:off x="7920000" y="4050000"/>
            <a:ext cx="720000" cy="990000"/>
            <a:chOff x="7920000" y="4050000"/>
            <a:chExt cx="720000" cy="990000"/>
          </a:xfrm>
        </p:grpSpPr>
        <p:sp>
          <p:nvSpPr>
            <p:cNvPr id="74" name=""/>
            <p:cNvSpPr/>
            <p:nvPr/>
          </p:nvSpPr>
          <p:spPr>
            <a:xfrm>
              <a:off x="8190000" y="4139640"/>
              <a:ext cx="180000" cy="900360"/>
            </a:xfrm>
            <a:prstGeom prst="rect">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5" name=""/>
            <p:cNvSpPr/>
            <p:nvPr/>
          </p:nvSpPr>
          <p:spPr>
            <a:xfrm>
              <a:off x="7920000" y="4410000"/>
              <a:ext cx="72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6" name=""/>
            <p:cNvSpPr/>
            <p:nvPr/>
          </p:nvSpPr>
          <p:spPr>
            <a:xfrm>
              <a:off x="8010000" y="4230000"/>
              <a:ext cx="53964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77" name=""/>
            <p:cNvSpPr/>
            <p:nvPr/>
          </p:nvSpPr>
          <p:spPr>
            <a:xfrm>
              <a:off x="8099640" y="4050000"/>
              <a:ext cx="36036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grpSp>
        <p:nvGrpSpPr>
          <p:cNvPr id="167" name=""/>
          <p:cNvGrpSpPr/>
          <p:nvPr/>
        </p:nvGrpSpPr>
        <p:grpSpPr>
          <a:xfrm>
            <a:off x="8819640" y="3600000"/>
            <a:ext cx="360000" cy="270000"/>
            <a:chOff x="8819640" y="3600000"/>
            <a:chExt cx="360000" cy="270000"/>
          </a:xfrm>
        </p:grpSpPr>
        <p:sp>
          <p:nvSpPr>
            <p:cNvPr id="168" name=""/>
            <p:cNvSpPr/>
            <p:nvPr/>
          </p:nvSpPr>
          <p:spPr>
            <a:xfrm>
              <a:off x="8968320" y="3600000"/>
              <a:ext cx="87480" cy="156600"/>
            </a:xfrm>
            <a:custGeom>
              <a:avLst/>
              <a:gdLst/>
              <a:ahLst/>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69" name=""/>
            <p:cNvSpPr/>
            <p:nvPr/>
          </p:nvSpPr>
          <p:spPr>
            <a:xfrm>
              <a:off x="8819640" y="3600000"/>
              <a:ext cx="326520" cy="270000"/>
            </a:xfrm>
            <a:custGeom>
              <a:avLst/>
              <a:gdLst/>
              <a:ahLst/>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0" name=""/>
            <p:cNvSpPr/>
            <p:nvPr/>
          </p:nvSpPr>
          <p:spPr>
            <a:xfrm>
              <a:off x="9140040" y="3718800"/>
              <a:ext cx="39600" cy="27360"/>
            </a:xfrm>
            <a:custGeom>
              <a:avLst/>
              <a:gdLst/>
              <a:ahLst/>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1" name=""/>
            <p:cNvSpPr/>
            <p:nvPr/>
          </p:nvSpPr>
          <p:spPr>
            <a:xfrm>
              <a:off x="9094320" y="3720960"/>
              <a:ext cx="20880" cy="20160"/>
            </a:xfrm>
            <a:custGeom>
              <a:avLst/>
              <a:gdLst/>
              <a:ahLst/>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2" name=""/>
            <p:cNvSpPr/>
            <p:nvPr/>
          </p:nvSpPr>
          <p:spPr>
            <a:xfrm>
              <a:off x="8844120" y="3641760"/>
              <a:ext cx="50040" cy="20160"/>
            </a:xfrm>
            <a:custGeom>
              <a:avLst/>
              <a:gdLst/>
              <a:ahLst/>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3" name=""/>
            <p:cNvSpPr/>
            <p:nvPr/>
          </p:nvSpPr>
          <p:spPr>
            <a:xfrm>
              <a:off x="8861040" y="3690720"/>
              <a:ext cx="56880" cy="11520"/>
            </a:xfrm>
            <a:custGeom>
              <a:avLst/>
              <a:gdLst/>
              <a:ahLst/>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4" name=""/>
            <p:cNvSpPr/>
            <p:nvPr/>
          </p:nvSpPr>
          <p:spPr>
            <a:xfrm>
              <a:off x="8886960" y="3728520"/>
              <a:ext cx="51480" cy="6840"/>
            </a:xfrm>
            <a:custGeom>
              <a:avLst/>
              <a:gdLst/>
              <a:ahLst/>
              <a:rect l="0" t="0" r="r" b="b"/>
              <a:pathLst>
                <a:path w="143" h="19">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5" name=""/>
            <p:cNvSpPr/>
            <p:nvPr/>
          </p:nvSpPr>
          <p:spPr>
            <a:xfrm>
              <a:off x="8918640" y="3765240"/>
              <a:ext cx="47160" cy="6840"/>
            </a:xfrm>
            <a:custGeom>
              <a:avLst/>
              <a:gdLst/>
              <a:ahLst/>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176" name=""/>
          <p:cNvGrpSpPr/>
          <p:nvPr/>
        </p:nvGrpSpPr>
        <p:grpSpPr>
          <a:xfrm>
            <a:off x="8459280" y="3779640"/>
            <a:ext cx="360000" cy="270000"/>
            <a:chOff x="8459280" y="3779640"/>
            <a:chExt cx="360000" cy="270000"/>
          </a:xfrm>
        </p:grpSpPr>
        <p:sp>
          <p:nvSpPr>
            <p:cNvPr id="177" name=""/>
            <p:cNvSpPr/>
            <p:nvPr/>
          </p:nvSpPr>
          <p:spPr>
            <a:xfrm>
              <a:off x="8607960" y="3779640"/>
              <a:ext cx="87480" cy="156600"/>
            </a:xfrm>
            <a:custGeom>
              <a:avLst/>
              <a:gdLst/>
              <a:ahLst/>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8" name=""/>
            <p:cNvSpPr/>
            <p:nvPr/>
          </p:nvSpPr>
          <p:spPr>
            <a:xfrm>
              <a:off x="8459280" y="3779640"/>
              <a:ext cx="326520" cy="270000"/>
            </a:xfrm>
            <a:custGeom>
              <a:avLst/>
              <a:gdLst/>
              <a:ahLst/>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79" name=""/>
            <p:cNvSpPr/>
            <p:nvPr/>
          </p:nvSpPr>
          <p:spPr>
            <a:xfrm>
              <a:off x="8779680" y="3898440"/>
              <a:ext cx="39600" cy="27360"/>
            </a:xfrm>
            <a:custGeom>
              <a:avLst/>
              <a:gdLst/>
              <a:ahLst/>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80" name=""/>
            <p:cNvSpPr/>
            <p:nvPr/>
          </p:nvSpPr>
          <p:spPr>
            <a:xfrm>
              <a:off x="8733960" y="3900600"/>
              <a:ext cx="20880" cy="20160"/>
            </a:xfrm>
            <a:custGeom>
              <a:avLst/>
              <a:gdLst/>
              <a:ahLst/>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81" name=""/>
            <p:cNvSpPr/>
            <p:nvPr/>
          </p:nvSpPr>
          <p:spPr>
            <a:xfrm>
              <a:off x="8483760" y="3821400"/>
              <a:ext cx="50040" cy="20160"/>
            </a:xfrm>
            <a:custGeom>
              <a:avLst/>
              <a:gdLst/>
              <a:ahLst/>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82" name=""/>
            <p:cNvSpPr/>
            <p:nvPr/>
          </p:nvSpPr>
          <p:spPr>
            <a:xfrm>
              <a:off x="8500680" y="3870360"/>
              <a:ext cx="56880" cy="11520"/>
            </a:xfrm>
            <a:custGeom>
              <a:avLst/>
              <a:gdLst/>
              <a:ahLst/>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83" name=""/>
            <p:cNvSpPr/>
            <p:nvPr/>
          </p:nvSpPr>
          <p:spPr>
            <a:xfrm>
              <a:off x="8526600" y="3908160"/>
              <a:ext cx="51480" cy="7200"/>
            </a:xfrm>
            <a:custGeom>
              <a:avLst/>
              <a:gdLst/>
              <a:ahLst/>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184" name=""/>
            <p:cNvSpPr/>
            <p:nvPr/>
          </p:nvSpPr>
          <p:spPr>
            <a:xfrm>
              <a:off x="8558280" y="3944880"/>
              <a:ext cx="47160" cy="6840"/>
            </a:xfrm>
            <a:custGeom>
              <a:avLst/>
              <a:gdLst/>
              <a:ahLst/>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sp>
        <p:nvSpPr>
          <p:cNvPr id="185" name="PlaceHolder 1"/>
          <p:cNvSpPr>
            <a:spLocks noGrp="1"/>
          </p:cNvSpPr>
          <p:nvPr>
            <p:ph type="title"/>
          </p:nvPr>
        </p:nvSpPr>
        <p:spPr>
          <a:xfrm>
            <a:off x="539280" y="179640"/>
            <a:ext cx="9000360" cy="900000"/>
          </a:xfrm>
          <a:prstGeom prst="rect">
            <a:avLst/>
          </a:prstGeom>
          <a:noFill/>
          <a:ln w="0">
            <a:noFill/>
          </a:ln>
        </p:spPr>
        <p:txBody>
          <a:bodyPr lIns="0" rIns="0" tIns="0" bIns="0" anchor="ctr">
            <a:noAutofit/>
          </a:bodyPr>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186" name="PlaceHolder 2"/>
          <p:cNvSpPr>
            <a:spLocks noGrp="1"/>
          </p:cNvSpPr>
          <p:nvPr>
            <p:ph type="body"/>
          </p:nvPr>
        </p:nvSpPr>
        <p:spPr>
          <a:xfrm>
            <a:off x="539280" y="1259640"/>
            <a:ext cx="9000360" cy="3420000"/>
          </a:xfrm>
          <a:prstGeom prst="rect">
            <a:avLst/>
          </a:prstGeom>
          <a:noFill/>
          <a:ln w="0">
            <a:noFill/>
          </a:ln>
        </p:spPr>
        <p:txBody>
          <a:bodyPr lIns="0" rIns="0" tIns="0" bIns="0" anchor="t">
            <a:normAutofit fontScale="85000" lnSpcReduction="19999"/>
          </a:bodyPr>
          <a:p>
            <a:pPr marL="432000" indent="-324000">
              <a:spcBef>
                <a:spcPts val="105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Bef>
                <a:spcPts val="848"/>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Bef>
                <a:spcPts val="632"/>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Bef>
                <a:spcPts val="420"/>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Bef>
                <a:spcPts val="207"/>
              </a:spcBef>
              <a:buClr>
                <a:srgbClr val="000000"/>
              </a:buClr>
              <a:buSzPct val="45000"/>
              <a:buFont typeface="Wingdings" charset="2"/>
              <a:buChar char=""/>
            </a:pPr>
            <a:r>
              <a:rPr lang="en-US" sz="2660" b="0" u="none" strike="noStrike">
                <a:solidFill>
                  <a:srgbClr val="000000"/>
                </a:solidFill>
                <a:effectLst/>
                <a:uFillTx/>
                <a:latin typeface="Arial"/>
              </a:rPr>
              <a:t>Fifth Outline Level</a:t>
            </a:r>
            <a:endParaRPr lang="en-US" sz="2660" b="0" u="none" strike="noStrike">
              <a:solidFill>
                <a:srgbClr val="000000"/>
              </a:solidFill>
              <a:effectLst/>
              <a:uFillTx/>
              <a:latin typeface="Arial"/>
            </a:endParaRPr>
          </a:p>
          <a:p>
            <a:pPr marL="2592000" lvl="5" indent="-216000">
              <a:spcBef>
                <a:spcPts val="369"/>
              </a:spcBef>
              <a:buClr>
                <a:srgbClr val="000000"/>
              </a:buClr>
              <a:buSzPct val="45000"/>
              <a:buFont typeface="Wingdings" charset="2"/>
              <a:buChar char=""/>
            </a:pPr>
            <a:r>
              <a:rPr lang="en-US" sz="4730" b="0" u="none" strike="noStrike">
                <a:solidFill>
                  <a:srgbClr val="000000"/>
                </a:solidFill>
                <a:effectLst/>
                <a:uFillTx/>
                <a:latin typeface="Arial"/>
              </a:rPr>
              <a:t>Sixth Outline Level</a:t>
            </a:r>
            <a:endParaRPr lang="en-US" sz="4730" b="0" u="none" strike="noStrike">
              <a:solidFill>
                <a:srgbClr val="000000"/>
              </a:solidFill>
              <a:effectLst/>
              <a:uFillTx/>
              <a:latin typeface="Arial"/>
            </a:endParaRPr>
          </a:p>
          <a:p>
            <a:pPr marL="3024000" lvl="6" indent="-216000">
              <a:spcBef>
                <a:spcPts val="655"/>
              </a:spcBef>
              <a:buClr>
                <a:srgbClr val="000000"/>
              </a:buClr>
              <a:buSzPct val="45000"/>
              <a:buFont typeface="Wingdings" charset="2"/>
              <a:buChar char=""/>
            </a:pPr>
            <a:r>
              <a:rPr lang="en-US" sz="8420" b="0" u="none" strike="noStrike">
                <a:solidFill>
                  <a:srgbClr val="000000"/>
                </a:solidFill>
                <a:effectLst/>
                <a:uFillTx/>
                <a:latin typeface="Arial"/>
              </a:rPr>
              <a:t>Seventh Outline Level</a:t>
            </a:r>
            <a:endParaRPr lang="en-US" sz="8420" b="0" u="none" strike="noStrike">
              <a:solidFill>
                <a:srgbClr val="000000"/>
              </a:solidFill>
              <a:effectLst/>
              <a:uFillTx/>
              <a:latin typeface="Arial"/>
            </a:endParaRPr>
          </a:p>
        </p:txBody>
      </p:sp>
      <p:sp>
        <p:nvSpPr>
          <p:cNvPr id="187" name="PlaceHolder 3"/>
          <p:cNvSpPr>
            <a:spLocks noGrp="1"/>
          </p:cNvSpPr>
          <p:nvPr>
            <p:ph type="dt" idx="4"/>
          </p:nvPr>
        </p:nvSpPr>
        <p:spPr>
          <a:xfrm>
            <a:off x="503640" y="5164920"/>
            <a:ext cx="2348280" cy="390960"/>
          </a:xfrm>
          <a:prstGeom prst="rect">
            <a:avLst/>
          </a:prstGeom>
          <a:noFill/>
          <a:ln w="0">
            <a:noFill/>
          </a:ln>
        </p:spPr>
        <p:txBody>
          <a:bodyPr lIns="0" rIns="0" tIns="0" bIns="0" anchor="t">
            <a:spAutoFit/>
          </a:bodyPr>
          <a:lstStyle>
            <a:lvl1pPr indent="0">
              <a:buNone/>
              <a:defRPr lang="en-US" sz="1400" b="0" u="none" strike="noStrike">
                <a:solidFill>
                  <a:srgbClr val="000000"/>
                </a:solidFill>
                <a:effectLst/>
                <a:uFillTx/>
                <a:latin typeface="Arial"/>
              </a:defRPr>
            </a:lvl1pPr>
          </a:lstStyle>
          <a:p>
            <a:pPr indent="0">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188" name="PlaceHolder 4"/>
          <p:cNvSpPr>
            <a:spLocks noGrp="1"/>
          </p:cNvSpPr>
          <p:nvPr>
            <p:ph type="ftr" idx="5"/>
          </p:nvPr>
        </p:nvSpPr>
        <p:spPr>
          <a:xfrm>
            <a:off x="3447000" y="5164920"/>
            <a:ext cx="3195000" cy="390960"/>
          </a:xfrm>
          <a:prstGeom prst="rect">
            <a:avLst/>
          </a:prstGeom>
          <a:noFill/>
          <a:ln w="0">
            <a:noFill/>
          </a:ln>
        </p:spPr>
        <p:txBody>
          <a:bodyPr lIns="0" rIns="0" tIns="0" bIns="0" anchor="t">
            <a:sp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189" name="PlaceHolder 5"/>
          <p:cNvSpPr>
            <a:spLocks noGrp="1"/>
          </p:cNvSpPr>
          <p:nvPr>
            <p:ph type="sldNum" idx="6"/>
          </p:nvPr>
        </p:nvSpPr>
        <p:spPr>
          <a:xfrm>
            <a:off x="7226640" y="5164920"/>
            <a:ext cx="2348280" cy="390960"/>
          </a:xfrm>
          <a:prstGeom prst="rect">
            <a:avLst/>
          </a:prstGeom>
          <a:noFill/>
          <a:ln w="0">
            <a:noFill/>
          </a:ln>
        </p:spPr>
        <p:txBody>
          <a:bodyPr lIns="0" rIns="0" tIns="0" bIns="0" anchor="t">
            <a:spAutoFit/>
          </a:bodyPr>
          <a:lstStyle>
            <a:lvl1pPr indent="0" algn="r">
              <a:buNone/>
              <a:defRPr lang="en-US" sz="1400" b="0" u="none" strike="noStrike">
                <a:solidFill>
                  <a:srgbClr val="000000"/>
                </a:solidFill>
                <a:effectLst/>
                <a:uFillTx/>
                <a:latin typeface="Arial"/>
              </a:defRPr>
            </a:lvl1pPr>
          </a:lstStyle>
          <a:p>
            <a:pPr indent="0" algn="r">
              <a:buNone/>
            </a:pPr>
            <a:fld id="{DA00067B-B49A-496A-89FB-5BA37726BB5B}"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restbird1">
    <p:spTree>
      <p:nvGrpSpPr>
        <p:cNvPr id="1" name=""/>
        <p:cNvGrpSpPr/>
        <p:nvPr/>
      </p:nvGrpSpPr>
      <p:grpSpPr>
        <a:xfrm>
          <a:off x="0" y="0"/>
          <a:ext cx="0" cy="0"/>
          <a:chOff x="0" y="0"/>
          <a:chExt cx="0" cy="0"/>
        </a:xfrm>
      </p:grpSpPr>
      <p:sp>
        <p:nvSpPr>
          <p:cNvPr id="190" name=""/>
          <p:cNvSpPr/>
          <p:nvPr/>
        </p:nvSpPr>
        <p:spPr>
          <a:xfrm>
            <a:off x="0" y="5039640"/>
            <a:ext cx="10080000" cy="630000"/>
          </a:xfrm>
          <a:prstGeom prst="rect">
            <a:avLst/>
          </a:prstGeom>
          <a:solidFill>
            <a:srgbClr val="9ecf6c"/>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nvGrpSpPr>
          <p:cNvPr id="191" name=""/>
          <p:cNvGrpSpPr/>
          <p:nvPr/>
        </p:nvGrpSpPr>
        <p:grpSpPr>
          <a:xfrm>
            <a:off x="8820360" y="3960000"/>
            <a:ext cx="900000" cy="1079640"/>
            <a:chOff x="8820360" y="3960000"/>
            <a:chExt cx="900000" cy="1079640"/>
          </a:xfrm>
        </p:grpSpPr>
        <p:sp>
          <p:nvSpPr>
            <p:cNvPr id="192" name=""/>
            <p:cNvSpPr/>
            <p:nvPr/>
          </p:nvSpPr>
          <p:spPr>
            <a:xfrm>
              <a:off x="9180000" y="4140000"/>
              <a:ext cx="180000" cy="899640"/>
            </a:xfrm>
            <a:prstGeom prst="rect">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193" name=""/>
            <p:cNvSpPr/>
            <p:nvPr/>
          </p:nvSpPr>
          <p:spPr>
            <a:xfrm>
              <a:off x="8820360" y="4500000"/>
              <a:ext cx="90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194" name=""/>
            <p:cNvSpPr/>
            <p:nvPr/>
          </p:nvSpPr>
          <p:spPr>
            <a:xfrm>
              <a:off x="8910000" y="4320000"/>
              <a:ext cx="72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195" name=""/>
            <p:cNvSpPr/>
            <p:nvPr/>
          </p:nvSpPr>
          <p:spPr>
            <a:xfrm>
              <a:off x="8999640" y="4140000"/>
              <a:ext cx="54000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196" name=""/>
            <p:cNvSpPr/>
            <p:nvPr/>
          </p:nvSpPr>
          <p:spPr>
            <a:xfrm>
              <a:off x="9089640" y="3960000"/>
              <a:ext cx="36036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grpSp>
        <p:nvGrpSpPr>
          <p:cNvPr id="197" name=""/>
          <p:cNvGrpSpPr/>
          <p:nvPr/>
        </p:nvGrpSpPr>
        <p:grpSpPr>
          <a:xfrm>
            <a:off x="7920000" y="4050000"/>
            <a:ext cx="720000" cy="990000"/>
            <a:chOff x="7920000" y="4050000"/>
            <a:chExt cx="720000" cy="990000"/>
          </a:xfrm>
        </p:grpSpPr>
        <p:sp>
          <p:nvSpPr>
            <p:cNvPr id="198" name=""/>
            <p:cNvSpPr/>
            <p:nvPr/>
          </p:nvSpPr>
          <p:spPr>
            <a:xfrm>
              <a:off x="8189280" y="4139640"/>
              <a:ext cx="180720" cy="900360"/>
            </a:xfrm>
            <a:prstGeom prst="rect">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199" name=""/>
            <p:cNvSpPr/>
            <p:nvPr/>
          </p:nvSpPr>
          <p:spPr>
            <a:xfrm>
              <a:off x="7920000" y="4410000"/>
              <a:ext cx="720000" cy="27000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200" name=""/>
            <p:cNvSpPr/>
            <p:nvPr/>
          </p:nvSpPr>
          <p:spPr>
            <a:xfrm>
              <a:off x="8009640" y="4230000"/>
              <a:ext cx="54000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sp>
          <p:nvSpPr>
            <p:cNvPr id="201" name=""/>
            <p:cNvSpPr/>
            <p:nvPr/>
          </p:nvSpPr>
          <p:spPr>
            <a:xfrm>
              <a:off x="8099640" y="4050000"/>
              <a:ext cx="359640" cy="269640"/>
            </a:xfrm>
            <a:prstGeom prst="roundRect">
              <a:avLst>
                <a:gd name="adj" fmla="val 50000"/>
              </a:avLst>
            </a:prstGeom>
            <a:solidFill>
              <a:srgbClr val="74b531"/>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grpSp>
        <p:nvGrpSpPr>
          <p:cNvPr id="202" name=""/>
          <p:cNvGrpSpPr/>
          <p:nvPr/>
        </p:nvGrpSpPr>
        <p:grpSpPr>
          <a:xfrm>
            <a:off x="8640000" y="3689640"/>
            <a:ext cx="360000" cy="270000"/>
            <a:chOff x="8640000" y="3689640"/>
            <a:chExt cx="360000" cy="270000"/>
          </a:xfrm>
        </p:grpSpPr>
        <p:sp>
          <p:nvSpPr>
            <p:cNvPr id="203" name=""/>
            <p:cNvSpPr/>
            <p:nvPr/>
          </p:nvSpPr>
          <p:spPr>
            <a:xfrm>
              <a:off x="8788680" y="3689640"/>
              <a:ext cx="87120" cy="156600"/>
            </a:xfrm>
            <a:custGeom>
              <a:avLst/>
              <a:gdLst/>
              <a:ahLst/>
              <a:rect l="0" t="0" r="r" b="b"/>
              <a:pathLst>
                <a:path w="242"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4" name=""/>
            <p:cNvSpPr/>
            <p:nvPr/>
          </p:nvSpPr>
          <p:spPr>
            <a:xfrm>
              <a:off x="8640000" y="3689640"/>
              <a:ext cx="326520" cy="270000"/>
            </a:xfrm>
            <a:custGeom>
              <a:avLst/>
              <a:gdLst/>
              <a:ahLst/>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5" name=""/>
            <p:cNvSpPr/>
            <p:nvPr/>
          </p:nvSpPr>
          <p:spPr>
            <a:xfrm>
              <a:off x="8960400" y="3808440"/>
              <a:ext cx="39600" cy="27360"/>
            </a:xfrm>
            <a:custGeom>
              <a:avLst/>
              <a:gdLst/>
              <a:ahLst/>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6" name=""/>
            <p:cNvSpPr/>
            <p:nvPr/>
          </p:nvSpPr>
          <p:spPr>
            <a:xfrm>
              <a:off x="8914680" y="3810600"/>
              <a:ext cx="20880" cy="20160"/>
            </a:xfrm>
            <a:custGeom>
              <a:avLst/>
              <a:gdLst/>
              <a:ahLst/>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7" name=""/>
            <p:cNvSpPr/>
            <p:nvPr/>
          </p:nvSpPr>
          <p:spPr>
            <a:xfrm>
              <a:off x="8664480" y="3731400"/>
              <a:ext cx="50040" cy="20160"/>
            </a:xfrm>
            <a:custGeom>
              <a:avLst/>
              <a:gdLst/>
              <a:ahLst/>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8" name=""/>
            <p:cNvSpPr/>
            <p:nvPr/>
          </p:nvSpPr>
          <p:spPr>
            <a:xfrm>
              <a:off x="8681400" y="3780360"/>
              <a:ext cx="56880" cy="11520"/>
            </a:xfrm>
            <a:custGeom>
              <a:avLst/>
              <a:gdLst/>
              <a:ahLst/>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09" name=""/>
            <p:cNvSpPr/>
            <p:nvPr/>
          </p:nvSpPr>
          <p:spPr>
            <a:xfrm>
              <a:off x="8707320" y="3818160"/>
              <a:ext cx="51480" cy="7200"/>
            </a:xfrm>
            <a:custGeom>
              <a:avLst/>
              <a:gdLst/>
              <a:ahLst/>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0" name=""/>
            <p:cNvSpPr/>
            <p:nvPr/>
          </p:nvSpPr>
          <p:spPr>
            <a:xfrm>
              <a:off x="8739000" y="3854880"/>
              <a:ext cx="47160" cy="6840"/>
            </a:xfrm>
            <a:custGeom>
              <a:avLst/>
              <a:gdLst/>
              <a:ahLst/>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211" name=""/>
          <p:cNvGrpSpPr/>
          <p:nvPr/>
        </p:nvGrpSpPr>
        <p:grpSpPr>
          <a:xfrm>
            <a:off x="9179280" y="3509640"/>
            <a:ext cx="360000" cy="270000"/>
            <a:chOff x="9179280" y="3509640"/>
            <a:chExt cx="360000" cy="270000"/>
          </a:xfrm>
        </p:grpSpPr>
        <p:sp>
          <p:nvSpPr>
            <p:cNvPr id="212" name=""/>
            <p:cNvSpPr/>
            <p:nvPr/>
          </p:nvSpPr>
          <p:spPr>
            <a:xfrm>
              <a:off x="9327960" y="3509640"/>
              <a:ext cx="87480" cy="156600"/>
            </a:xfrm>
            <a:custGeom>
              <a:avLst/>
              <a:gdLst/>
              <a:ahLst/>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3" name=""/>
            <p:cNvSpPr/>
            <p:nvPr/>
          </p:nvSpPr>
          <p:spPr>
            <a:xfrm>
              <a:off x="9179280" y="3509640"/>
              <a:ext cx="326520" cy="270000"/>
            </a:xfrm>
            <a:custGeom>
              <a:avLst/>
              <a:gdLst/>
              <a:ahLst/>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4" name=""/>
            <p:cNvSpPr/>
            <p:nvPr/>
          </p:nvSpPr>
          <p:spPr>
            <a:xfrm>
              <a:off x="9499680" y="3628440"/>
              <a:ext cx="39600" cy="27360"/>
            </a:xfrm>
            <a:custGeom>
              <a:avLst/>
              <a:gdLst/>
              <a:ahLst/>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5" name=""/>
            <p:cNvSpPr/>
            <p:nvPr/>
          </p:nvSpPr>
          <p:spPr>
            <a:xfrm>
              <a:off x="9453960" y="3630600"/>
              <a:ext cx="20880" cy="20160"/>
            </a:xfrm>
            <a:custGeom>
              <a:avLst/>
              <a:gdLst/>
              <a:ahLst/>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6" name=""/>
            <p:cNvSpPr/>
            <p:nvPr/>
          </p:nvSpPr>
          <p:spPr>
            <a:xfrm>
              <a:off x="9203760" y="3551400"/>
              <a:ext cx="50040" cy="20160"/>
            </a:xfrm>
            <a:custGeom>
              <a:avLst/>
              <a:gdLst/>
              <a:ahLst/>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7" name=""/>
            <p:cNvSpPr/>
            <p:nvPr/>
          </p:nvSpPr>
          <p:spPr>
            <a:xfrm>
              <a:off x="9220680" y="3600360"/>
              <a:ext cx="56880" cy="11520"/>
            </a:xfrm>
            <a:custGeom>
              <a:avLst/>
              <a:gdLst/>
              <a:ahLst/>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8" name=""/>
            <p:cNvSpPr/>
            <p:nvPr/>
          </p:nvSpPr>
          <p:spPr>
            <a:xfrm>
              <a:off x="9246600" y="3638160"/>
              <a:ext cx="51480" cy="7200"/>
            </a:xfrm>
            <a:custGeom>
              <a:avLst/>
              <a:gdLst/>
              <a:ahLst/>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19" name=""/>
            <p:cNvSpPr/>
            <p:nvPr/>
          </p:nvSpPr>
          <p:spPr>
            <a:xfrm>
              <a:off x="9278280" y="3674880"/>
              <a:ext cx="47160" cy="6840"/>
            </a:xfrm>
            <a:custGeom>
              <a:avLst/>
              <a:gdLst/>
              <a:ahLst/>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sp>
        <p:nvSpPr>
          <p:cNvPr id="220" name="PlaceHolder 1"/>
          <p:cNvSpPr>
            <a:spLocks noGrp="1"/>
          </p:cNvSpPr>
          <p:nvPr>
            <p:ph type="dt" idx="7"/>
          </p:nvPr>
        </p:nvSpPr>
        <p:spPr>
          <a:xfrm>
            <a:off x="503640" y="5164920"/>
            <a:ext cx="2348280" cy="390960"/>
          </a:xfrm>
          <a:prstGeom prst="rect">
            <a:avLst/>
          </a:prstGeom>
          <a:noFill/>
          <a:ln w="0">
            <a:noFill/>
          </a:ln>
        </p:spPr>
        <p:txBody>
          <a:bodyPr lIns="0" rIns="0" tIns="0" bIns="0" anchor="t">
            <a:spAutoFit/>
          </a:bodyPr>
          <a:lstStyle>
            <a:lvl1pPr indent="0">
              <a:buNone/>
              <a:defRPr lang="en-US" sz="1400" b="0" u="none" strike="noStrike">
                <a:solidFill>
                  <a:srgbClr val="000000"/>
                </a:solidFill>
                <a:effectLst/>
                <a:uFillTx/>
                <a:latin typeface="Arial"/>
              </a:defRPr>
            </a:lvl1pPr>
          </a:lstStyle>
          <a:p>
            <a:pPr indent="0">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221" name="PlaceHolder 2"/>
          <p:cNvSpPr>
            <a:spLocks noGrp="1"/>
          </p:cNvSpPr>
          <p:nvPr>
            <p:ph type="ftr" idx="8"/>
          </p:nvPr>
        </p:nvSpPr>
        <p:spPr>
          <a:xfrm>
            <a:off x="3447000" y="5164920"/>
            <a:ext cx="3195000" cy="390960"/>
          </a:xfrm>
          <a:prstGeom prst="rect">
            <a:avLst/>
          </a:prstGeom>
          <a:noFill/>
          <a:ln w="0">
            <a:noFill/>
          </a:ln>
        </p:spPr>
        <p:txBody>
          <a:bodyPr lIns="0" rIns="0" tIns="0" bIns="0" anchor="t">
            <a:sp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222" name="PlaceHolder 3"/>
          <p:cNvSpPr>
            <a:spLocks noGrp="1"/>
          </p:cNvSpPr>
          <p:nvPr>
            <p:ph type="sldNum" idx="9"/>
          </p:nvPr>
        </p:nvSpPr>
        <p:spPr>
          <a:xfrm>
            <a:off x="7226640" y="5164920"/>
            <a:ext cx="2348280" cy="390960"/>
          </a:xfrm>
          <a:prstGeom prst="rect">
            <a:avLst/>
          </a:prstGeom>
          <a:noFill/>
          <a:ln w="0">
            <a:noFill/>
          </a:ln>
        </p:spPr>
        <p:txBody>
          <a:bodyPr lIns="0" rIns="0" tIns="0" bIns="0" anchor="t">
            <a:spAutoFit/>
          </a:bodyPr>
          <a:lstStyle>
            <a:lvl1pPr indent="0" algn="r">
              <a:buNone/>
              <a:defRPr lang="en-US" sz="1400" b="0" u="none" strike="noStrike">
                <a:solidFill>
                  <a:srgbClr val="000000"/>
                </a:solidFill>
                <a:effectLst/>
                <a:uFillTx/>
                <a:latin typeface="Arial"/>
              </a:defRPr>
            </a:lvl1pPr>
          </a:lstStyle>
          <a:p>
            <a:pPr indent="0" algn="r">
              <a:buNone/>
            </a:pPr>
            <a:fld id="{55CF381E-9CB2-4AA0-A0E0-D0696289A721}"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
        <p:nvSpPr>
          <p:cNvPr id="223" name="PlaceHolder 4"/>
          <p:cNvSpPr>
            <a:spLocks noGrp="1"/>
          </p:cNvSpPr>
          <p:nvPr>
            <p:ph type="title"/>
          </p:nvPr>
        </p:nvSpPr>
        <p:spPr>
          <a:xfrm>
            <a:off x="539280" y="179640"/>
            <a:ext cx="9000360" cy="900000"/>
          </a:xfrm>
          <a:prstGeom prst="rect">
            <a:avLst/>
          </a:prstGeom>
          <a:noFill/>
          <a:ln w="0">
            <a:noFill/>
          </a:ln>
        </p:spPr>
        <p:txBody>
          <a:bodyPr lIns="0" rIns="0" tIns="0" bIns="0" anchor="ctr">
            <a:noAutofit/>
          </a:bodyPr>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224" name="PlaceHolder 5"/>
          <p:cNvSpPr>
            <a:spLocks noGrp="1"/>
          </p:cNvSpPr>
          <p:nvPr>
            <p:ph type="body"/>
          </p:nvPr>
        </p:nvSpPr>
        <p:spPr>
          <a:xfrm>
            <a:off x="539280" y="1259640"/>
            <a:ext cx="9000360" cy="3240000"/>
          </a:xfrm>
          <a:prstGeom prst="rect">
            <a:avLst/>
          </a:prstGeom>
          <a:noFill/>
          <a:ln w="0">
            <a:noFill/>
          </a:ln>
        </p:spPr>
        <p:txBody>
          <a:bodyPr lIns="0" rIns="0" tIns="0" bIns="0" anchor="t">
            <a:normAutofit fontScale="77500" lnSpcReduction="19999"/>
          </a:bodyPr>
          <a:p>
            <a:pPr marL="432000" indent="-324000">
              <a:spcBef>
                <a:spcPts val="105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Bef>
                <a:spcPts val="848"/>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Bef>
                <a:spcPts val="632"/>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Bef>
                <a:spcPts val="420"/>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Bef>
                <a:spcPts val="207"/>
              </a:spcBef>
              <a:buClr>
                <a:srgbClr val="000000"/>
              </a:buClr>
              <a:buSzPct val="45000"/>
              <a:buFont typeface="Wingdings" charset="2"/>
              <a:buChar char=""/>
            </a:pPr>
            <a:r>
              <a:rPr lang="en-US" sz="2660" b="0" u="none" strike="noStrike">
                <a:solidFill>
                  <a:srgbClr val="000000"/>
                </a:solidFill>
                <a:effectLst/>
                <a:uFillTx/>
                <a:latin typeface="Arial"/>
              </a:rPr>
              <a:t>Fifth Outline Level</a:t>
            </a:r>
            <a:endParaRPr lang="en-US" sz="2660" b="0" u="none" strike="noStrike">
              <a:solidFill>
                <a:srgbClr val="000000"/>
              </a:solidFill>
              <a:effectLst/>
              <a:uFillTx/>
              <a:latin typeface="Arial"/>
            </a:endParaRPr>
          </a:p>
          <a:p>
            <a:pPr marL="2592000" lvl="5" indent="-216000">
              <a:spcBef>
                <a:spcPts val="369"/>
              </a:spcBef>
              <a:buClr>
                <a:srgbClr val="000000"/>
              </a:buClr>
              <a:buSzPct val="45000"/>
              <a:buFont typeface="Wingdings" charset="2"/>
              <a:buChar char=""/>
            </a:pPr>
            <a:r>
              <a:rPr lang="en-US" sz="4730" b="0" u="none" strike="noStrike">
                <a:solidFill>
                  <a:srgbClr val="000000"/>
                </a:solidFill>
                <a:effectLst/>
                <a:uFillTx/>
                <a:latin typeface="Arial"/>
              </a:rPr>
              <a:t>Sixth Outline Level</a:t>
            </a:r>
            <a:endParaRPr lang="en-US" sz="4730" b="0" u="none" strike="noStrike">
              <a:solidFill>
                <a:srgbClr val="000000"/>
              </a:solidFill>
              <a:effectLst/>
              <a:uFillTx/>
              <a:latin typeface="Arial"/>
            </a:endParaRPr>
          </a:p>
          <a:p>
            <a:pPr marL="3024000" lvl="6" indent="-216000">
              <a:spcBef>
                <a:spcPts val="655"/>
              </a:spcBef>
              <a:buClr>
                <a:srgbClr val="000000"/>
              </a:buClr>
              <a:buSzPct val="45000"/>
              <a:buFont typeface="Wingdings" charset="2"/>
              <a:buChar char=""/>
            </a:pPr>
            <a:r>
              <a:rPr lang="en-US" sz="8420" b="0" u="none" strike="noStrike">
                <a:solidFill>
                  <a:srgbClr val="000000"/>
                </a:solidFill>
                <a:effectLst/>
                <a:uFillTx/>
                <a:latin typeface="Arial"/>
              </a:rPr>
              <a:t>Seventh Outline Level</a:t>
            </a:r>
            <a:endParaRPr lang="en-US" sz="842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restbird2">
    <p:spTree>
      <p:nvGrpSpPr>
        <p:cNvPr id="1" name=""/>
        <p:cNvGrpSpPr/>
        <p:nvPr/>
      </p:nvGrpSpPr>
      <p:grpSpPr>
        <a:xfrm>
          <a:off x="0" y="0"/>
          <a:ext cx="0" cy="0"/>
          <a:chOff x="0" y="0"/>
          <a:chExt cx="0" cy="0"/>
        </a:xfrm>
      </p:grpSpPr>
      <p:sp>
        <p:nvSpPr>
          <p:cNvPr id="225" name=""/>
          <p:cNvSpPr/>
          <p:nvPr/>
        </p:nvSpPr>
        <p:spPr>
          <a:xfrm>
            <a:off x="0" y="5039640"/>
            <a:ext cx="10080000" cy="630000"/>
          </a:xfrm>
          <a:prstGeom prst="rect">
            <a:avLst/>
          </a:prstGeom>
          <a:solidFill>
            <a:srgbClr val="9ecf6c"/>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nvGrpSpPr>
          <p:cNvPr id="226" name=""/>
          <p:cNvGrpSpPr/>
          <p:nvPr/>
        </p:nvGrpSpPr>
        <p:grpSpPr>
          <a:xfrm>
            <a:off x="8999640" y="4766040"/>
            <a:ext cx="497520" cy="397440"/>
            <a:chOff x="8999640" y="4766040"/>
            <a:chExt cx="497520" cy="397440"/>
          </a:xfrm>
        </p:grpSpPr>
        <p:sp>
          <p:nvSpPr>
            <p:cNvPr id="227" name=""/>
            <p:cNvSpPr/>
            <p:nvPr/>
          </p:nvSpPr>
          <p:spPr>
            <a:xfrm>
              <a:off x="9345600" y="4893840"/>
              <a:ext cx="151560" cy="228960"/>
            </a:xfrm>
            <a:custGeom>
              <a:avLst/>
              <a:gdLst/>
              <a:ahLst/>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28" name=""/>
            <p:cNvSpPr/>
            <p:nvPr/>
          </p:nvSpPr>
          <p:spPr>
            <a:xfrm>
              <a:off x="9331560" y="4887000"/>
              <a:ext cx="143640" cy="234000"/>
            </a:xfrm>
            <a:custGeom>
              <a:avLst/>
              <a:gdLst/>
              <a:ahLst/>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29" name=""/>
            <p:cNvSpPr/>
            <p:nvPr/>
          </p:nvSpPr>
          <p:spPr>
            <a:xfrm>
              <a:off x="9331560" y="4882680"/>
              <a:ext cx="135360" cy="235080"/>
            </a:xfrm>
            <a:custGeom>
              <a:avLst/>
              <a:gdLst/>
              <a:ahLst/>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0" name=""/>
            <p:cNvSpPr/>
            <p:nvPr/>
          </p:nvSpPr>
          <p:spPr>
            <a:xfrm>
              <a:off x="8999640" y="4921200"/>
              <a:ext cx="230040" cy="214200"/>
            </a:xfrm>
            <a:custGeom>
              <a:avLst/>
              <a:gdLst/>
              <a:ahLst/>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1" name=""/>
            <p:cNvSpPr/>
            <p:nvPr/>
          </p:nvSpPr>
          <p:spPr>
            <a:xfrm>
              <a:off x="9083520" y="4850640"/>
              <a:ext cx="267480" cy="312840"/>
            </a:xfrm>
            <a:custGeom>
              <a:avLst/>
              <a:gdLst/>
              <a:ahLst/>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2" name=""/>
            <p:cNvSpPr/>
            <p:nvPr/>
          </p:nvSpPr>
          <p:spPr>
            <a:xfrm>
              <a:off x="9186840" y="4956480"/>
              <a:ext cx="100080" cy="183960"/>
            </a:xfrm>
            <a:custGeom>
              <a:avLst/>
              <a:gdLst/>
              <a:ahLst/>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3" name=""/>
            <p:cNvSpPr/>
            <p:nvPr/>
          </p:nvSpPr>
          <p:spPr>
            <a:xfrm>
              <a:off x="9185760" y="4839120"/>
              <a:ext cx="180000" cy="281880"/>
            </a:xfrm>
            <a:custGeom>
              <a:avLst/>
              <a:gdLst/>
              <a:ahLst/>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4" name=""/>
            <p:cNvSpPr/>
            <p:nvPr/>
          </p:nvSpPr>
          <p:spPr>
            <a:xfrm>
              <a:off x="9182160" y="4831560"/>
              <a:ext cx="196920" cy="290520"/>
            </a:xfrm>
            <a:custGeom>
              <a:avLst/>
              <a:gdLst/>
              <a:ahLst/>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5" name=""/>
            <p:cNvSpPr/>
            <p:nvPr/>
          </p:nvSpPr>
          <p:spPr>
            <a:xfrm>
              <a:off x="9101520" y="4769280"/>
              <a:ext cx="46800" cy="48960"/>
            </a:xfrm>
            <a:custGeom>
              <a:avLst/>
              <a:gdLst/>
              <a:ahLst/>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6" name=""/>
            <p:cNvSpPr/>
            <p:nvPr/>
          </p:nvSpPr>
          <p:spPr>
            <a:xfrm>
              <a:off x="9029880" y="4766040"/>
              <a:ext cx="162720" cy="192600"/>
            </a:xfrm>
            <a:custGeom>
              <a:avLst/>
              <a:gdLst/>
              <a:ahLst/>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7" name=""/>
            <p:cNvSpPr/>
            <p:nvPr/>
          </p:nvSpPr>
          <p:spPr>
            <a:xfrm>
              <a:off x="9125280" y="4789080"/>
              <a:ext cx="36360" cy="70560"/>
            </a:xfrm>
            <a:custGeom>
              <a:avLst/>
              <a:gdLst/>
              <a:ahLst/>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8" name=""/>
            <p:cNvSpPr/>
            <p:nvPr/>
          </p:nvSpPr>
          <p:spPr>
            <a:xfrm>
              <a:off x="9066960" y="4848120"/>
              <a:ext cx="48960" cy="45000"/>
            </a:xfrm>
            <a:custGeom>
              <a:avLst/>
              <a:gdLst/>
              <a:ahLst/>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39" name=""/>
            <p:cNvSpPr/>
            <p:nvPr/>
          </p:nvSpPr>
          <p:spPr>
            <a:xfrm>
              <a:off x="9074160" y="4858200"/>
              <a:ext cx="29880" cy="27360"/>
            </a:xfrm>
            <a:custGeom>
              <a:avLst/>
              <a:gdLst/>
              <a:ahLst/>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0" name=""/>
            <p:cNvSpPr/>
            <p:nvPr/>
          </p:nvSpPr>
          <p:spPr>
            <a:xfrm>
              <a:off x="9060120" y="4863960"/>
              <a:ext cx="141480" cy="120960"/>
            </a:xfrm>
            <a:custGeom>
              <a:avLst/>
              <a:gdLst/>
              <a:ahLst/>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1" name=""/>
            <p:cNvSpPr/>
            <p:nvPr/>
          </p:nvSpPr>
          <p:spPr>
            <a:xfrm>
              <a:off x="9014760" y="4945320"/>
              <a:ext cx="181440" cy="91800"/>
            </a:xfrm>
            <a:custGeom>
              <a:avLst/>
              <a:gdLst/>
              <a:ahLst/>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242" name=""/>
          <p:cNvGrpSpPr/>
          <p:nvPr/>
        </p:nvGrpSpPr>
        <p:grpSpPr>
          <a:xfrm>
            <a:off x="8189280" y="4770000"/>
            <a:ext cx="450000" cy="540000"/>
            <a:chOff x="8189280" y="4770000"/>
            <a:chExt cx="450000" cy="540000"/>
          </a:xfrm>
        </p:grpSpPr>
        <p:sp>
          <p:nvSpPr>
            <p:cNvPr id="243" name=""/>
            <p:cNvSpPr/>
            <p:nvPr/>
          </p:nvSpPr>
          <p:spPr>
            <a:xfrm>
              <a:off x="8189280" y="5139720"/>
              <a:ext cx="78480" cy="79200"/>
            </a:xfrm>
            <a:custGeom>
              <a:avLst/>
              <a:gdLst/>
              <a:ahLst/>
              <a:rect l="0" t="0" r="r" b="b"/>
              <a:pathLst>
                <a:path w="218" h="220">
                  <a:moveTo>
                    <a:pt x="0" y="110"/>
                  </a:moveTo>
                  <a:cubicBezTo>
                    <a:pt x="0" y="129"/>
                    <a:pt x="5" y="149"/>
                    <a:pt x="14" y="165"/>
                  </a:cubicBezTo>
                  <a:cubicBezTo>
                    <a:pt x="24" y="182"/>
                    <a:pt x="38" y="196"/>
                    <a:pt x="55" y="205"/>
                  </a:cubicBezTo>
                  <a:cubicBezTo>
                    <a:pt x="71" y="215"/>
                    <a:pt x="90" y="220"/>
                    <a:pt x="109" y="220"/>
                  </a:cubicBezTo>
                  <a:cubicBezTo>
                    <a:pt x="129" y="220"/>
                    <a:pt x="147" y="215"/>
                    <a:pt x="164" y="205"/>
                  </a:cubicBezTo>
                  <a:cubicBezTo>
                    <a:pt x="181" y="196"/>
                    <a:pt x="194" y="182"/>
                    <a:pt x="203" y="165"/>
                  </a:cubicBezTo>
                  <a:cubicBezTo>
                    <a:pt x="213" y="149"/>
                    <a:pt x="218" y="129"/>
                    <a:pt x="218" y="110"/>
                  </a:cubicBezTo>
                  <a:cubicBezTo>
                    <a:pt x="218" y="91"/>
                    <a:pt x="214" y="72"/>
                    <a:pt x="203" y="55"/>
                  </a:cubicBezTo>
                  <a:cubicBezTo>
                    <a:pt x="194" y="39"/>
                    <a:pt x="181" y="25"/>
                    <a:pt x="164" y="15"/>
                  </a:cubicBezTo>
                  <a:cubicBezTo>
                    <a:pt x="147" y="5"/>
                    <a:pt x="128" y="0"/>
                    <a:pt x="109" y="0"/>
                  </a:cubicBezTo>
                  <a:cubicBezTo>
                    <a:pt x="90" y="0"/>
                    <a:pt x="71" y="5"/>
                    <a:pt x="55" y="15"/>
                  </a:cubicBezTo>
                  <a:cubicBezTo>
                    <a:pt x="38" y="25"/>
                    <a:pt x="24" y="39"/>
                    <a:pt x="14" y="55"/>
                  </a:cubicBezTo>
                  <a:cubicBezTo>
                    <a:pt x="5" y="72"/>
                    <a:pt x="0" y="91"/>
                    <a:pt x="0" y="11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4" name=""/>
            <p:cNvSpPr/>
            <p:nvPr/>
          </p:nvSpPr>
          <p:spPr>
            <a:xfrm>
              <a:off x="8217720" y="5131080"/>
              <a:ext cx="136440" cy="156960"/>
            </a:xfrm>
            <a:custGeom>
              <a:avLst/>
              <a:gdLst/>
              <a:ahLst/>
              <a:rect l="0" t="0" r="r" b="b"/>
              <a:pathLst>
                <a:path w="379" h="436">
                  <a:moveTo>
                    <a:pt x="22" y="367"/>
                  </a:moveTo>
                  <a:cubicBezTo>
                    <a:pt x="-61" y="85"/>
                    <a:pt x="113" y="122"/>
                    <a:pt x="158" y="0"/>
                  </a:cubicBezTo>
                  <a:cubicBezTo>
                    <a:pt x="223" y="29"/>
                    <a:pt x="288" y="58"/>
                    <a:pt x="352" y="87"/>
                  </a:cubicBezTo>
                  <a:cubicBezTo>
                    <a:pt x="352" y="85"/>
                    <a:pt x="412" y="357"/>
                    <a:pt x="354" y="417"/>
                  </a:cubicBezTo>
                  <a:cubicBezTo>
                    <a:pt x="311" y="462"/>
                    <a:pt x="39" y="424"/>
                    <a:pt x="22" y="36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5" name=""/>
            <p:cNvSpPr/>
            <p:nvPr/>
          </p:nvSpPr>
          <p:spPr>
            <a:xfrm>
              <a:off x="8263800" y="5218560"/>
              <a:ext cx="80640" cy="37800"/>
            </a:xfrm>
            <a:custGeom>
              <a:avLst/>
              <a:gdLst/>
              <a:ahLst/>
              <a:rect l="0" t="0" r="r" b="b"/>
              <a:pathLst>
                <a:path w="224" h="105">
                  <a:moveTo>
                    <a:pt x="194" y="51"/>
                  </a:moveTo>
                  <a:cubicBezTo>
                    <a:pt x="178" y="36"/>
                    <a:pt x="158" y="20"/>
                    <a:pt x="136" y="13"/>
                  </a:cubicBezTo>
                  <a:cubicBezTo>
                    <a:pt x="93" y="-5"/>
                    <a:pt x="43" y="-5"/>
                    <a:pt x="0" y="10"/>
                  </a:cubicBezTo>
                  <a:cubicBezTo>
                    <a:pt x="46" y="10"/>
                    <a:pt x="88" y="13"/>
                    <a:pt x="128" y="31"/>
                  </a:cubicBezTo>
                  <a:cubicBezTo>
                    <a:pt x="148" y="37"/>
                    <a:pt x="166" y="48"/>
                    <a:pt x="183" y="60"/>
                  </a:cubicBezTo>
                  <a:cubicBezTo>
                    <a:pt x="196" y="72"/>
                    <a:pt x="213" y="88"/>
                    <a:pt x="224" y="105"/>
                  </a:cubicBezTo>
                  <a:cubicBezTo>
                    <a:pt x="221" y="86"/>
                    <a:pt x="211" y="66"/>
                    <a:pt x="194" y="5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6" name=""/>
            <p:cNvSpPr/>
            <p:nvPr/>
          </p:nvSpPr>
          <p:spPr>
            <a:xfrm>
              <a:off x="8327880" y="5118480"/>
              <a:ext cx="115920" cy="191520"/>
            </a:xfrm>
            <a:custGeom>
              <a:avLst/>
              <a:gdLst/>
              <a:ahLst/>
              <a:rect l="0" t="0" r="r" b="b"/>
              <a:pathLst>
                <a:path w="322" h="532">
                  <a:moveTo>
                    <a:pt x="65" y="500"/>
                  </a:moveTo>
                  <a:cubicBezTo>
                    <a:pt x="0" y="437"/>
                    <a:pt x="2" y="160"/>
                    <a:pt x="0" y="22"/>
                  </a:cubicBezTo>
                  <a:cubicBezTo>
                    <a:pt x="93" y="14"/>
                    <a:pt x="186" y="7"/>
                    <a:pt x="279" y="0"/>
                  </a:cubicBezTo>
                  <a:cubicBezTo>
                    <a:pt x="281" y="0"/>
                    <a:pt x="357" y="440"/>
                    <a:pt x="303" y="500"/>
                  </a:cubicBezTo>
                  <a:cubicBezTo>
                    <a:pt x="262" y="544"/>
                    <a:pt x="112" y="542"/>
                    <a:pt x="65" y="50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7" name=""/>
            <p:cNvSpPr/>
            <p:nvPr/>
          </p:nvSpPr>
          <p:spPr>
            <a:xfrm>
              <a:off x="8429400" y="5118480"/>
              <a:ext cx="116280" cy="191520"/>
            </a:xfrm>
            <a:custGeom>
              <a:avLst/>
              <a:gdLst/>
              <a:ahLst/>
              <a:rect l="0" t="0" r="r" b="b"/>
              <a:pathLst>
                <a:path w="323" h="532">
                  <a:moveTo>
                    <a:pt x="257" y="500"/>
                  </a:moveTo>
                  <a:cubicBezTo>
                    <a:pt x="323" y="437"/>
                    <a:pt x="320" y="160"/>
                    <a:pt x="323" y="22"/>
                  </a:cubicBezTo>
                  <a:cubicBezTo>
                    <a:pt x="230" y="14"/>
                    <a:pt x="137" y="7"/>
                    <a:pt x="44" y="0"/>
                  </a:cubicBezTo>
                  <a:cubicBezTo>
                    <a:pt x="36" y="167"/>
                    <a:pt x="-35" y="440"/>
                    <a:pt x="20" y="500"/>
                  </a:cubicBezTo>
                  <a:cubicBezTo>
                    <a:pt x="61" y="545"/>
                    <a:pt x="211" y="542"/>
                    <a:pt x="257" y="50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8" name=""/>
            <p:cNvSpPr/>
            <p:nvPr/>
          </p:nvSpPr>
          <p:spPr>
            <a:xfrm>
              <a:off x="8433000" y="5220720"/>
              <a:ext cx="7920" cy="77760"/>
            </a:xfrm>
            <a:custGeom>
              <a:avLst/>
              <a:gdLst/>
              <a:ahLst/>
              <a:rect l="0" t="0" r="r" b="b"/>
              <a:pathLst>
                <a:path w="22" h="216">
                  <a:moveTo>
                    <a:pt x="22" y="108"/>
                  </a:moveTo>
                  <a:cubicBezTo>
                    <a:pt x="22" y="73"/>
                    <a:pt x="19" y="35"/>
                    <a:pt x="10" y="0"/>
                  </a:cubicBezTo>
                  <a:cubicBezTo>
                    <a:pt x="2" y="35"/>
                    <a:pt x="0" y="73"/>
                    <a:pt x="0" y="108"/>
                  </a:cubicBezTo>
                  <a:cubicBezTo>
                    <a:pt x="2" y="145"/>
                    <a:pt x="2" y="180"/>
                    <a:pt x="10" y="216"/>
                  </a:cubicBezTo>
                  <a:cubicBezTo>
                    <a:pt x="19" y="180"/>
                    <a:pt x="22" y="143"/>
                    <a:pt x="22" y="10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49" name=""/>
            <p:cNvSpPr/>
            <p:nvPr/>
          </p:nvSpPr>
          <p:spPr>
            <a:xfrm>
              <a:off x="8348400" y="5110920"/>
              <a:ext cx="176760" cy="156960"/>
            </a:xfrm>
            <a:custGeom>
              <a:avLst/>
              <a:gdLst/>
              <a:ahLst/>
              <a:rect l="0" t="0" r="r" b="b"/>
              <a:pathLst>
                <a:path w="491" h="436">
                  <a:moveTo>
                    <a:pt x="246" y="436"/>
                  </a:moveTo>
                  <a:cubicBezTo>
                    <a:pt x="328" y="359"/>
                    <a:pt x="491" y="318"/>
                    <a:pt x="491" y="205"/>
                  </a:cubicBezTo>
                  <a:cubicBezTo>
                    <a:pt x="491" y="93"/>
                    <a:pt x="383" y="0"/>
                    <a:pt x="246" y="0"/>
                  </a:cubicBezTo>
                  <a:cubicBezTo>
                    <a:pt x="109" y="0"/>
                    <a:pt x="0" y="93"/>
                    <a:pt x="0" y="205"/>
                  </a:cubicBezTo>
                  <a:cubicBezTo>
                    <a:pt x="0" y="318"/>
                    <a:pt x="164" y="359"/>
                    <a:pt x="246" y="43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0" name=""/>
            <p:cNvSpPr/>
            <p:nvPr/>
          </p:nvSpPr>
          <p:spPr>
            <a:xfrm>
              <a:off x="8235000" y="4770000"/>
              <a:ext cx="133200" cy="236880"/>
            </a:xfrm>
            <a:custGeom>
              <a:avLst/>
              <a:gdLst/>
              <a:ahLst/>
              <a:rect l="0" t="0" r="r" b="b"/>
              <a:pathLst>
                <a:path w="370" h="658">
                  <a:moveTo>
                    <a:pt x="337" y="288"/>
                  </a:moveTo>
                  <a:cubicBezTo>
                    <a:pt x="351" y="550"/>
                    <a:pt x="359" y="511"/>
                    <a:pt x="370" y="623"/>
                  </a:cubicBezTo>
                  <a:cubicBezTo>
                    <a:pt x="319" y="635"/>
                    <a:pt x="268" y="646"/>
                    <a:pt x="217" y="658"/>
                  </a:cubicBezTo>
                  <a:cubicBezTo>
                    <a:pt x="154" y="558"/>
                    <a:pt x="225" y="633"/>
                    <a:pt x="29" y="358"/>
                  </a:cubicBezTo>
                  <a:cubicBezTo>
                    <a:pt x="-42" y="255"/>
                    <a:pt x="34" y="15"/>
                    <a:pt x="78" y="0"/>
                  </a:cubicBezTo>
                  <a:cubicBezTo>
                    <a:pt x="106" y="-7"/>
                    <a:pt x="332" y="152"/>
                    <a:pt x="337" y="28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1" name=""/>
            <p:cNvSpPr/>
            <p:nvPr/>
          </p:nvSpPr>
          <p:spPr>
            <a:xfrm>
              <a:off x="8260560" y="4817520"/>
              <a:ext cx="96480" cy="186840"/>
            </a:xfrm>
            <a:custGeom>
              <a:avLst/>
              <a:gdLst/>
              <a:ahLst/>
              <a:rect l="0" t="0" r="r" b="b"/>
              <a:pathLst>
                <a:path w="268" h="519">
                  <a:moveTo>
                    <a:pt x="200" y="170"/>
                  </a:moveTo>
                  <a:cubicBezTo>
                    <a:pt x="252" y="425"/>
                    <a:pt x="246" y="388"/>
                    <a:pt x="268" y="498"/>
                  </a:cubicBezTo>
                  <a:cubicBezTo>
                    <a:pt x="235" y="505"/>
                    <a:pt x="201" y="512"/>
                    <a:pt x="167" y="519"/>
                  </a:cubicBezTo>
                  <a:cubicBezTo>
                    <a:pt x="118" y="416"/>
                    <a:pt x="167" y="502"/>
                    <a:pt x="20" y="209"/>
                  </a:cubicBezTo>
                  <a:cubicBezTo>
                    <a:pt x="-19" y="135"/>
                    <a:pt x="4" y="13"/>
                    <a:pt x="44" y="0"/>
                  </a:cubicBezTo>
                  <a:cubicBezTo>
                    <a:pt x="72" y="-8"/>
                    <a:pt x="179" y="65"/>
                    <a:pt x="200" y="17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2" name=""/>
            <p:cNvSpPr/>
            <p:nvPr/>
          </p:nvSpPr>
          <p:spPr>
            <a:xfrm>
              <a:off x="8505360" y="4770000"/>
              <a:ext cx="133920" cy="236880"/>
            </a:xfrm>
            <a:custGeom>
              <a:avLst/>
              <a:gdLst/>
              <a:ahLst/>
              <a:rect l="0" t="0" r="r" b="b"/>
              <a:pathLst>
                <a:path w="372" h="658">
                  <a:moveTo>
                    <a:pt x="33" y="288"/>
                  </a:moveTo>
                  <a:cubicBezTo>
                    <a:pt x="20" y="550"/>
                    <a:pt x="11" y="511"/>
                    <a:pt x="0" y="623"/>
                  </a:cubicBezTo>
                  <a:cubicBezTo>
                    <a:pt x="51" y="635"/>
                    <a:pt x="103" y="646"/>
                    <a:pt x="154" y="658"/>
                  </a:cubicBezTo>
                  <a:cubicBezTo>
                    <a:pt x="216" y="558"/>
                    <a:pt x="146" y="633"/>
                    <a:pt x="342" y="358"/>
                  </a:cubicBezTo>
                  <a:cubicBezTo>
                    <a:pt x="415" y="255"/>
                    <a:pt x="337" y="15"/>
                    <a:pt x="292" y="0"/>
                  </a:cubicBezTo>
                  <a:cubicBezTo>
                    <a:pt x="265" y="-7"/>
                    <a:pt x="38" y="152"/>
                    <a:pt x="33" y="28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3" name=""/>
            <p:cNvSpPr/>
            <p:nvPr/>
          </p:nvSpPr>
          <p:spPr>
            <a:xfrm>
              <a:off x="8516520" y="4817520"/>
              <a:ext cx="96480" cy="187920"/>
            </a:xfrm>
            <a:custGeom>
              <a:avLst/>
              <a:gdLst/>
              <a:ahLst/>
              <a:rect l="0" t="0" r="r" b="b"/>
              <a:pathLst>
                <a:path w="268" h="522">
                  <a:moveTo>
                    <a:pt x="68" y="170"/>
                  </a:moveTo>
                  <a:cubicBezTo>
                    <a:pt x="15" y="425"/>
                    <a:pt x="23" y="388"/>
                    <a:pt x="0" y="498"/>
                  </a:cubicBezTo>
                  <a:cubicBezTo>
                    <a:pt x="33" y="506"/>
                    <a:pt x="65" y="514"/>
                    <a:pt x="98" y="522"/>
                  </a:cubicBezTo>
                  <a:cubicBezTo>
                    <a:pt x="148" y="419"/>
                    <a:pt x="98" y="504"/>
                    <a:pt x="248" y="212"/>
                  </a:cubicBezTo>
                  <a:cubicBezTo>
                    <a:pt x="286" y="135"/>
                    <a:pt x="267" y="13"/>
                    <a:pt x="223" y="0"/>
                  </a:cubicBezTo>
                  <a:cubicBezTo>
                    <a:pt x="196" y="-8"/>
                    <a:pt x="90" y="65"/>
                    <a:pt x="68" y="17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4" name=""/>
            <p:cNvSpPr/>
            <p:nvPr/>
          </p:nvSpPr>
          <p:spPr>
            <a:xfrm>
              <a:off x="8256960" y="4914000"/>
              <a:ext cx="360000" cy="288720"/>
            </a:xfrm>
            <a:custGeom>
              <a:avLst/>
              <a:gdLst/>
              <a:ahLst/>
              <a:rect l="0" t="0" r="r" b="b"/>
              <a:pathLst>
                <a:path w="1000" h="802">
                  <a:moveTo>
                    <a:pt x="500" y="0"/>
                  </a:moveTo>
                  <a:cubicBezTo>
                    <a:pt x="224" y="0"/>
                    <a:pt x="99" y="108"/>
                    <a:pt x="99" y="258"/>
                  </a:cubicBezTo>
                  <a:cubicBezTo>
                    <a:pt x="99" y="383"/>
                    <a:pt x="-108" y="568"/>
                    <a:pt x="77" y="690"/>
                  </a:cubicBezTo>
                  <a:cubicBezTo>
                    <a:pt x="167" y="751"/>
                    <a:pt x="320" y="802"/>
                    <a:pt x="500" y="802"/>
                  </a:cubicBezTo>
                  <a:cubicBezTo>
                    <a:pt x="680" y="802"/>
                    <a:pt x="833" y="751"/>
                    <a:pt x="923" y="690"/>
                  </a:cubicBezTo>
                  <a:cubicBezTo>
                    <a:pt x="1109" y="565"/>
                    <a:pt x="902" y="383"/>
                    <a:pt x="902" y="258"/>
                  </a:cubicBezTo>
                  <a:cubicBezTo>
                    <a:pt x="902" y="108"/>
                    <a:pt x="779" y="0"/>
                    <a:pt x="50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5" name=""/>
            <p:cNvSpPr/>
            <p:nvPr/>
          </p:nvSpPr>
          <p:spPr>
            <a:xfrm>
              <a:off x="8280360" y="4953600"/>
              <a:ext cx="315000" cy="239040"/>
            </a:xfrm>
            <a:custGeom>
              <a:avLst/>
              <a:gdLst/>
              <a:ahLst/>
              <a:rect l="0" t="0" r="r" b="b"/>
              <a:pathLst>
                <a:path w="875" h="664">
                  <a:moveTo>
                    <a:pt x="400" y="21"/>
                  </a:moveTo>
                  <a:cubicBezTo>
                    <a:pt x="424" y="-8"/>
                    <a:pt x="446" y="-8"/>
                    <a:pt x="471" y="21"/>
                  </a:cubicBezTo>
                  <a:cubicBezTo>
                    <a:pt x="528" y="89"/>
                    <a:pt x="619" y="234"/>
                    <a:pt x="624" y="354"/>
                  </a:cubicBezTo>
                  <a:cubicBezTo>
                    <a:pt x="727" y="341"/>
                    <a:pt x="845" y="346"/>
                    <a:pt x="869" y="396"/>
                  </a:cubicBezTo>
                  <a:cubicBezTo>
                    <a:pt x="916" y="496"/>
                    <a:pt x="697" y="664"/>
                    <a:pt x="438" y="664"/>
                  </a:cubicBezTo>
                  <a:cubicBezTo>
                    <a:pt x="176" y="664"/>
                    <a:pt x="-40" y="496"/>
                    <a:pt x="6" y="396"/>
                  </a:cubicBezTo>
                  <a:cubicBezTo>
                    <a:pt x="26" y="346"/>
                    <a:pt x="146" y="341"/>
                    <a:pt x="247" y="354"/>
                  </a:cubicBezTo>
                  <a:cubicBezTo>
                    <a:pt x="252" y="234"/>
                    <a:pt x="342" y="89"/>
                    <a:pt x="400" y="2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6" name=""/>
            <p:cNvSpPr/>
            <p:nvPr/>
          </p:nvSpPr>
          <p:spPr>
            <a:xfrm>
              <a:off x="8362440" y="5124600"/>
              <a:ext cx="148320" cy="49680"/>
            </a:xfrm>
            <a:custGeom>
              <a:avLst/>
              <a:gdLst/>
              <a:ahLst/>
              <a:rect l="0" t="0" r="r" b="b"/>
              <a:pathLst>
                <a:path w="412" h="138">
                  <a:moveTo>
                    <a:pt x="83" y="50"/>
                  </a:moveTo>
                  <a:cubicBezTo>
                    <a:pt x="113" y="53"/>
                    <a:pt x="146" y="45"/>
                    <a:pt x="171" y="30"/>
                  </a:cubicBezTo>
                  <a:cubicBezTo>
                    <a:pt x="184" y="23"/>
                    <a:pt x="196" y="12"/>
                    <a:pt x="206" y="0"/>
                  </a:cubicBezTo>
                  <a:cubicBezTo>
                    <a:pt x="214" y="12"/>
                    <a:pt x="228" y="23"/>
                    <a:pt x="242" y="30"/>
                  </a:cubicBezTo>
                  <a:cubicBezTo>
                    <a:pt x="269" y="45"/>
                    <a:pt x="299" y="53"/>
                    <a:pt x="329" y="50"/>
                  </a:cubicBezTo>
                  <a:cubicBezTo>
                    <a:pt x="359" y="50"/>
                    <a:pt x="390" y="40"/>
                    <a:pt x="411" y="23"/>
                  </a:cubicBezTo>
                  <a:cubicBezTo>
                    <a:pt x="425" y="12"/>
                    <a:pt x="353" y="138"/>
                    <a:pt x="206" y="138"/>
                  </a:cubicBezTo>
                  <a:cubicBezTo>
                    <a:pt x="59" y="138"/>
                    <a:pt x="-12" y="12"/>
                    <a:pt x="2" y="23"/>
                  </a:cubicBezTo>
                  <a:cubicBezTo>
                    <a:pt x="23" y="38"/>
                    <a:pt x="53" y="47"/>
                    <a:pt x="83" y="5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7" name=""/>
            <p:cNvSpPr/>
            <p:nvPr/>
          </p:nvSpPr>
          <p:spPr>
            <a:xfrm>
              <a:off x="8309880" y="4988880"/>
              <a:ext cx="86760" cy="94680"/>
            </a:xfrm>
            <a:custGeom>
              <a:avLst/>
              <a:gdLst/>
              <a:ahLst/>
              <a:rect l="0" t="0" r="r" b="b"/>
              <a:pathLst>
                <a:path w="241" h="263">
                  <a:moveTo>
                    <a:pt x="159" y="7"/>
                  </a:moveTo>
                  <a:cubicBezTo>
                    <a:pt x="76" y="-23"/>
                    <a:pt x="22" y="50"/>
                    <a:pt x="8" y="89"/>
                  </a:cubicBezTo>
                  <a:cubicBezTo>
                    <a:pt x="-13" y="149"/>
                    <a:pt x="13" y="217"/>
                    <a:pt x="22" y="232"/>
                  </a:cubicBezTo>
                  <a:cubicBezTo>
                    <a:pt x="28" y="242"/>
                    <a:pt x="88" y="290"/>
                    <a:pt x="221" y="244"/>
                  </a:cubicBezTo>
                  <a:cubicBezTo>
                    <a:pt x="219" y="244"/>
                    <a:pt x="254" y="177"/>
                    <a:pt x="237" y="114"/>
                  </a:cubicBezTo>
                  <a:cubicBezTo>
                    <a:pt x="211" y="78"/>
                    <a:pt x="229" y="32"/>
                    <a:pt x="159" y="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8" name=""/>
            <p:cNvSpPr/>
            <p:nvPr/>
          </p:nvSpPr>
          <p:spPr>
            <a:xfrm>
              <a:off x="8304480" y="4983840"/>
              <a:ext cx="91080" cy="102240"/>
            </a:xfrm>
            <a:custGeom>
              <a:avLst/>
              <a:gdLst/>
              <a:ahLst/>
              <a:rect l="0" t="0" r="r" b="b"/>
              <a:pathLst>
                <a:path w="253" h="284">
                  <a:moveTo>
                    <a:pt x="223" y="46"/>
                  </a:moveTo>
                  <a:cubicBezTo>
                    <a:pt x="213" y="33"/>
                    <a:pt x="201" y="23"/>
                    <a:pt x="188" y="15"/>
                  </a:cubicBezTo>
                  <a:cubicBezTo>
                    <a:pt x="182" y="11"/>
                    <a:pt x="175" y="8"/>
                    <a:pt x="166" y="6"/>
                  </a:cubicBezTo>
                  <a:cubicBezTo>
                    <a:pt x="158" y="3"/>
                    <a:pt x="150" y="1"/>
                    <a:pt x="142" y="1"/>
                  </a:cubicBezTo>
                  <a:cubicBezTo>
                    <a:pt x="109" y="-4"/>
                    <a:pt x="75" y="11"/>
                    <a:pt x="54" y="31"/>
                  </a:cubicBezTo>
                  <a:cubicBezTo>
                    <a:pt x="32" y="50"/>
                    <a:pt x="14" y="78"/>
                    <a:pt x="5" y="108"/>
                  </a:cubicBezTo>
                  <a:cubicBezTo>
                    <a:pt x="-3" y="138"/>
                    <a:pt x="-1" y="170"/>
                    <a:pt x="7" y="201"/>
                  </a:cubicBezTo>
                  <a:cubicBezTo>
                    <a:pt x="10" y="216"/>
                    <a:pt x="16" y="231"/>
                    <a:pt x="24" y="243"/>
                  </a:cubicBezTo>
                  <a:cubicBezTo>
                    <a:pt x="25" y="245"/>
                    <a:pt x="26" y="246"/>
                    <a:pt x="27" y="248"/>
                  </a:cubicBezTo>
                  <a:cubicBezTo>
                    <a:pt x="27" y="250"/>
                    <a:pt x="27" y="253"/>
                    <a:pt x="27" y="255"/>
                  </a:cubicBezTo>
                  <a:cubicBezTo>
                    <a:pt x="28" y="256"/>
                    <a:pt x="28" y="257"/>
                    <a:pt x="29" y="258"/>
                  </a:cubicBezTo>
                  <a:cubicBezTo>
                    <a:pt x="32" y="261"/>
                    <a:pt x="35" y="263"/>
                    <a:pt x="40" y="266"/>
                  </a:cubicBezTo>
                  <a:cubicBezTo>
                    <a:pt x="49" y="271"/>
                    <a:pt x="54" y="273"/>
                    <a:pt x="62" y="275"/>
                  </a:cubicBezTo>
                  <a:cubicBezTo>
                    <a:pt x="92" y="286"/>
                    <a:pt x="122" y="286"/>
                    <a:pt x="152" y="283"/>
                  </a:cubicBezTo>
                  <a:cubicBezTo>
                    <a:pt x="182" y="278"/>
                    <a:pt x="210" y="271"/>
                    <a:pt x="237" y="258"/>
                  </a:cubicBezTo>
                  <a:cubicBezTo>
                    <a:pt x="210" y="263"/>
                    <a:pt x="179" y="271"/>
                    <a:pt x="152" y="271"/>
                  </a:cubicBezTo>
                  <a:cubicBezTo>
                    <a:pt x="125" y="271"/>
                    <a:pt x="95" y="269"/>
                    <a:pt x="70" y="258"/>
                  </a:cubicBezTo>
                  <a:cubicBezTo>
                    <a:pt x="65" y="255"/>
                    <a:pt x="59" y="254"/>
                    <a:pt x="54" y="248"/>
                  </a:cubicBezTo>
                  <a:cubicBezTo>
                    <a:pt x="52" y="246"/>
                    <a:pt x="49" y="246"/>
                    <a:pt x="49" y="243"/>
                  </a:cubicBezTo>
                  <a:cubicBezTo>
                    <a:pt x="48" y="242"/>
                    <a:pt x="47" y="240"/>
                    <a:pt x="46" y="238"/>
                  </a:cubicBezTo>
                  <a:cubicBezTo>
                    <a:pt x="40" y="226"/>
                    <a:pt x="37" y="213"/>
                    <a:pt x="32" y="201"/>
                  </a:cubicBezTo>
                  <a:cubicBezTo>
                    <a:pt x="27" y="173"/>
                    <a:pt x="24" y="146"/>
                    <a:pt x="32" y="120"/>
                  </a:cubicBezTo>
                  <a:cubicBezTo>
                    <a:pt x="37" y="96"/>
                    <a:pt x="54" y="73"/>
                    <a:pt x="73" y="56"/>
                  </a:cubicBezTo>
                  <a:cubicBezTo>
                    <a:pt x="92" y="38"/>
                    <a:pt x="117" y="26"/>
                    <a:pt x="142" y="29"/>
                  </a:cubicBezTo>
                  <a:cubicBezTo>
                    <a:pt x="147" y="29"/>
                    <a:pt x="154" y="28"/>
                    <a:pt x="160" y="31"/>
                  </a:cubicBezTo>
                  <a:cubicBezTo>
                    <a:pt x="166" y="33"/>
                    <a:pt x="175" y="33"/>
                    <a:pt x="180" y="36"/>
                  </a:cubicBezTo>
                  <a:cubicBezTo>
                    <a:pt x="193" y="41"/>
                    <a:pt x="205" y="48"/>
                    <a:pt x="213" y="58"/>
                  </a:cubicBezTo>
                  <a:cubicBezTo>
                    <a:pt x="231" y="73"/>
                    <a:pt x="245" y="99"/>
                    <a:pt x="253" y="128"/>
                  </a:cubicBezTo>
                  <a:cubicBezTo>
                    <a:pt x="253" y="99"/>
                    <a:pt x="243" y="71"/>
                    <a:pt x="223" y="4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59" name=""/>
            <p:cNvSpPr/>
            <p:nvPr/>
          </p:nvSpPr>
          <p:spPr>
            <a:xfrm>
              <a:off x="8332560" y="5011200"/>
              <a:ext cx="51120" cy="57600"/>
            </a:xfrm>
            <a:custGeom>
              <a:avLst/>
              <a:gdLst/>
              <a:ahLst/>
              <a:rect l="0" t="0" r="r" b="b"/>
              <a:pathLst>
                <a:path w="142" h="160">
                  <a:moveTo>
                    <a:pt x="0" y="80"/>
                  </a:moveTo>
                  <a:cubicBezTo>
                    <a:pt x="0" y="94"/>
                    <a:pt x="3" y="108"/>
                    <a:pt x="9" y="120"/>
                  </a:cubicBezTo>
                  <a:cubicBezTo>
                    <a:pt x="15" y="132"/>
                    <a:pt x="24" y="142"/>
                    <a:pt x="35" y="149"/>
                  </a:cubicBezTo>
                  <a:cubicBezTo>
                    <a:pt x="46" y="156"/>
                    <a:pt x="59" y="160"/>
                    <a:pt x="71" y="160"/>
                  </a:cubicBezTo>
                  <a:cubicBezTo>
                    <a:pt x="84" y="160"/>
                    <a:pt x="96" y="156"/>
                    <a:pt x="106" y="149"/>
                  </a:cubicBezTo>
                  <a:cubicBezTo>
                    <a:pt x="117" y="142"/>
                    <a:pt x="126" y="132"/>
                    <a:pt x="132" y="120"/>
                  </a:cubicBezTo>
                  <a:cubicBezTo>
                    <a:pt x="138" y="108"/>
                    <a:pt x="142" y="94"/>
                    <a:pt x="142" y="80"/>
                  </a:cubicBezTo>
                  <a:cubicBezTo>
                    <a:pt x="142" y="66"/>
                    <a:pt x="138" y="52"/>
                    <a:pt x="132" y="40"/>
                  </a:cubicBezTo>
                  <a:cubicBezTo>
                    <a:pt x="126" y="27"/>
                    <a:pt x="117" y="17"/>
                    <a:pt x="106" y="10"/>
                  </a:cubicBezTo>
                  <a:cubicBezTo>
                    <a:pt x="96" y="3"/>
                    <a:pt x="84" y="0"/>
                    <a:pt x="71" y="0"/>
                  </a:cubicBezTo>
                  <a:cubicBezTo>
                    <a:pt x="59" y="0"/>
                    <a:pt x="46" y="3"/>
                    <a:pt x="35" y="10"/>
                  </a:cubicBezTo>
                  <a:cubicBezTo>
                    <a:pt x="24" y="17"/>
                    <a:pt x="15" y="27"/>
                    <a:pt x="9" y="40"/>
                  </a:cubicBezTo>
                  <a:cubicBezTo>
                    <a:pt x="3" y="52"/>
                    <a:pt x="0" y="66"/>
                    <a:pt x="0" y="8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0" name=""/>
            <p:cNvSpPr/>
            <p:nvPr/>
          </p:nvSpPr>
          <p:spPr>
            <a:xfrm>
              <a:off x="8476920" y="4988880"/>
              <a:ext cx="86760" cy="94680"/>
            </a:xfrm>
            <a:custGeom>
              <a:avLst/>
              <a:gdLst/>
              <a:ahLst/>
              <a:rect l="0" t="0" r="r" b="b"/>
              <a:pathLst>
                <a:path w="241" h="263">
                  <a:moveTo>
                    <a:pt x="83" y="7"/>
                  </a:moveTo>
                  <a:cubicBezTo>
                    <a:pt x="164" y="-23"/>
                    <a:pt x="219" y="50"/>
                    <a:pt x="233" y="89"/>
                  </a:cubicBezTo>
                  <a:cubicBezTo>
                    <a:pt x="255" y="149"/>
                    <a:pt x="227" y="217"/>
                    <a:pt x="219" y="232"/>
                  </a:cubicBezTo>
                  <a:cubicBezTo>
                    <a:pt x="214" y="242"/>
                    <a:pt x="154" y="290"/>
                    <a:pt x="20" y="244"/>
                  </a:cubicBezTo>
                  <a:cubicBezTo>
                    <a:pt x="23" y="244"/>
                    <a:pt x="-10" y="177"/>
                    <a:pt x="3" y="114"/>
                  </a:cubicBezTo>
                  <a:cubicBezTo>
                    <a:pt x="30" y="78"/>
                    <a:pt x="11" y="32"/>
                    <a:pt x="83" y="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1" name=""/>
            <p:cNvSpPr/>
            <p:nvPr/>
          </p:nvSpPr>
          <p:spPr>
            <a:xfrm>
              <a:off x="8478000" y="4984560"/>
              <a:ext cx="91800" cy="101160"/>
            </a:xfrm>
            <a:custGeom>
              <a:avLst/>
              <a:gdLst/>
              <a:ahLst/>
              <a:rect l="0" t="0" r="r" b="b"/>
              <a:pathLst>
                <a:path w="255" h="281">
                  <a:moveTo>
                    <a:pt x="41" y="54"/>
                  </a:moveTo>
                  <a:cubicBezTo>
                    <a:pt x="53" y="43"/>
                    <a:pt x="63" y="36"/>
                    <a:pt x="74" y="31"/>
                  </a:cubicBezTo>
                  <a:cubicBezTo>
                    <a:pt x="79" y="28"/>
                    <a:pt x="88" y="26"/>
                    <a:pt x="93" y="26"/>
                  </a:cubicBezTo>
                  <a:cubicBezTo>
                    <a:pt x="99" y="24"/>
                    <a:pt x="107" y="24"/>
                    <a:pt x="113" y="24"/>
                  </a:cubicBezTo>
                  <a:cubicBezTo>
                    <a:pt x="137" y="24"/>
                    <a:pt x="164" y="34"/>
                    <a:pt x="181" y="51"/>
                  </a:cubicBezTo>
                  <a:cubicBezTo>
                    <a:pt x="199" y="69"/>
                    <a:pt x="216" y="94"/>
                    <a:pt x="222" y="116"/>
                  </a:cubicBezTo>
                  <a:cubicBezTo>
                    <a:pt x="227" y="141"/>
                    <a:pt x="227" y="168"/>
                    <a:pt x="222" y="196"/>
                  </a:cubicBezTo>
                  <a:cubicBezTo>
                    <a:pt x="219" y="209"/>
                    <a:pt x="214" y="224"/>
                    <a:pt x="208" y="233"/>
                  </a:cubicBezTo>
                  <a:cubicBezTo>
                    <a:pt x="207" y="235"/>
                    <a:pt x="206" y="237"/>
                    <a:pt x="205" y="238"/>
                  </a:cubicBezTo>
                  <a:cubicBezTo>
                    <a:pt x="202" y="241"/>
                    <a:pt x="199" y="241"/>
                    <a:pt x="199" y="244"/>
                  </a:cubicBezTo>
                  <a:cubicBezTo>
                    <a:pt x="194" y="246"/>
                    <a:pt x="189" y="251"/>
                    <a:pt x="184" y="253"/>
                  </a:cubicBezTo>
                  <a:cubicBezTo>
                    <a:pt x="159" y="264"/>
                    <a:pt x="131" y="268"/>
                    <a:pt x="101" y="266"/>
                  </a:cubicBezTo>
                  <a:cubicBezTo>
                    <a:pt x="74" y="266"/>
                    <a:pt x="44" y="261"/>
                    <a:pt x="17" y="253"/>
                  </a:cubicBezTo>
                  <a:cubicBezTo>
                    <a:pt x="44" y="266"/>
                    <a:pt x="71" y="274"/>
                    <a:pt x="101" y="279"/>
                  </a:cubicBezTo>
                  <a:cubicBezTo>
                    <a:pt x="131" y="284"/>
                    <a:pt x="161" y="281"/>
                    <a:pt x="192" y="271"/>
                  </a:cubicBezTo>
                  <a:cubicBezTo>
                    <a:pt x="199" y="268"/>
                    <a:pt x="205" y="266"/>
                    <a:pt x="214" y="261"/>
                  </a:cubicBezTo>
                  <a:cubicBezTo>
                    <a:pt x="216" y="259"/>
                    <a:pt x="222" y="256"/>
                    <a:pt x="224" y="253"/>
                  </a:cubicBezTo>
                  <a:cubicBezTo>
                    <a:pt x="225" y="253"/>
                    <a:pt x="226" y="252"/>
                    <a:pt x="227" y="251"/>
                  </a:cubicBezTo>
                  <a:cubicBezTo>
                    <a:pt x="228" y="250"/>
                    <a:pt x="229" y="249"/>
                    <a:pt x="230" y="249"/>
                  </a:cubicBezTo>
                  <a:cubicBezTo>
                    <a:pt x="230" y="248"/>
                    <a:pt x="230" y="247"/>
                    <a:pt x="230" y="246"/>
                  </a:cubicBezTo>
                  <a:cubicBezTo>
                    <a:pt x="231" y="245"/>
                    <a:pt x="232" y="244"/>
                    <a:pt x="232" y="244"/>
                  </a:cubicBezTo>
                  <a:cubicBezTo>
                    <a:pt x="237" y="229"/>
                    <a:pt x="244" y="216"/>
                    <a:pt x="249" y="201"/>
                  </a:cubicBezTo>
                  <a:cubicBezTo>
                    <a:pt x="257" y="171"/>
                    <a:pt x="257" y="141"/>
                    <a:pt x="252" y="109"/>
                  </a:cubicBezTo>
                  <a:cubicBezTo>
                    <a:pt x="244" y="78"/>
                    <a:pt x="224" y="51"/>
                    <a:pt x="202" y="31"/>
                  </a:cubicBezTo>
                  <a:cubicBezTo>
                    <a:pt x="178" y="11"/>
                    <a:pt x="148" y="-4"/>
                    <a:pt x="115" y="1"/>
                  </a:cubicBezTo>
                  <a:cubicBezTo>
                    <a:pt x="107" y="1"/>
                    <a:pt x="99" y="4"/>
                    <a:pt x="91" y="6"/>
                  </a:cubicBezTo>
                  <a:cubicBezTo>
                    <a:pt x="83" y="8"/>
                    <a:pt x="76" y="11"/>
                    <a:pt x="69" y="16"/>
                  </a:cubicBezTo>
                  <a:cubicBezTo>
                    <a:pt x="55" y="24"/>
                    <a:pt x="44" y="34"/>
                    <a:pt x="33" y="46"/>
                  </a:cubicBezTo>
                  <a:cubicBezTo>
                    <a:pt x="14" y="66"/>
                    <a:pt x="3" y="96"/>
                    <a:pt x="0" y="126"/>
                  </a:cubicBezTo>
                  <a:cubicBezTo>
                    <a:pt x="8" y="98"/>
                    <a:pt x="20" y="71"/>
                    <a:pt x="41" y="5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2" name=""/>
            <p:cNvSpPr/>
            <p:nvPr/>
          </p:nvSpPr>
          <p:spPr>
            <a:xfrm>
              <a:off x="8490960" y="5011200"/>
              <a:ext cx="50760" cy="57600"/>
            </a:xfrm>
            <a:custGeom>
              <a:avLst/>
              <a:gdLst/>
              <a:ahLst/>
              <a:rect l="0" t="0" r="r" b="b"/>
              <a:pathLst>
                <a:path w="141" h="160">
                  <a:moveTo>
                    <a:pt x="0" y="80"/>
                  </a:moveTo>
                  <a:cubicBezTo>
                    <a:pt x="0" y="94"/>
                    <a:pt x="3" y="108"/>
                    <a:pt x="9" y="120"/>
                  </a:cubicBezTo>
                  <a:cubicBezTo>
                    <a:pt x="15" y="132"/>
                    <a:pt x="24" y="142"/>
                    <a:pt x="35" y="149"/>
                  </a:cubicBezTo>
                  <a:cubicBezTo>
                    <a:pt x="46" y="156"/>
                    <a:pt x="58" y="160"/>
                    <a:pt x="71" y="160"/>
                  </a:cubicBezTo>
                  <a:cubicBezTo>
                    <a:pt x="84" y="160"/>
                    <a:pt x="95" y="156"/>
                    <a:pt x="106" y="149"/>
                  </a:cubicBezTo>
                  <a:cubicBezTo>
                    <a:pt x="117" y="142"/>
                    <a:pt x="126" y="132"/>
                    <a:pt x="132" y="120"/>
                  </a:cubicBezTo>
                  <a:cubicBezTo>
                    <a:pt x="138" y="108"/>
                    <a:pt x="141" y="94"/>
                    <a:pt x="141" y="80"/>
                  </a:cubicBezTo>
                  <a:cubicBezTo>
                    <a:pt x="141" y="66"/>
                    <a:pt x="138" y="52"/>
                    <a:pt x="132" y="40"/>
                  </a:cubicBezTo>
                  <a:cubicBezTo>
                    <a:pt x="126" y="27"/>
                    <a:pt x="117" y="17"/>
                    <a:pt x="106" y="10"/>
                  </a:cubicBezTo>
                  <a:cubicBezTo>
                    <a:pt x="95" y="3"/>
                    <a:pt x="84" y="0"/>
                    <a:pt x="71" y="0"/>
                  </a:cubicBezTo>
                  <a:cubicBezTo>
                    <a:pt x="58" y="0"/>
                    <a:pt x="46" y="3"/>
                    <a:pt x="35" y="10"/>
                  </a:cubicBezTo>
                  <a:cubicBezTo>
                    <a:pt x="24" y="17"/>
                    <a:pt x="15" y="27"/>
                    <a:pt x="9" y="40"/>
                  </a:cubicBezTo>
                  <a:cubicBezTo>
                    <a:pt x="3" y="52"/>
                    <a:pt x="0" y="66"/>
                    <a:pt x="0" y="8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3" name=""/>
            <p:cNvSpPr/>
            <p:nvPr/>
          </p:nvSpPr>
          <p:spPr>
            <a:xfrm>
              <a:off x="8411400" y="5113080"/>
              <a:ext cx="52200" cy="39600"/>
            </a:xfrm>
            <a:custGeom>
              <a:avLst/>
              <a:gdLst/>
              <a:ahLst/>
              <a:rect l="0" t="0" r="r" b="b"/>
              <a:pathLst>
                <a:path w="145" h="110">
                  <a:moveTo>
                    <a:pt x="145" y="0"/>
                  </a:moveTo>
                  <a:cubicBezTo>
                    <a:pt x="96" y="0"/>
                    <a:pt x="48" y="0"/>
                    <a:pt x="0" y="0"/>
                  </a:cubicBezTo>
                  <a:cubicBezTo>
                    <a:pt x="0" y="37"/>
                    <a:pt x="0" y="73"/>
                    <a:pt x="0" y="110"/>
                  </a:cubicBezTo>
                  <a:cubicBezTo>
                    <a:pt x="48" y="110"/>
                    <a:pt x="96" y="110"/>
                    <a:pt x="145" y="110"/>
                  </a:cubicBezTo>
                  <a:cubicBezTo>
                    <a:pt x="145" y="73"/>
                    <a:pt x="145" y="37"/>
                    <a:pt x="14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4" name=""/>
            <p:cNvSpPr/>
            <p:nvPr/>
          </p:nvSpPr>
          <p:spPr>
            <a:xfrm>
              <a:off x="8339760" y="5079600"/>
              <a:ext cx="196200" cy="64080"/>
            </a:xfrm>
            <a:custGeom>
              <a:avLst/>
              <a:gdLst/>
              <a:ahLst/>
              <a:rect l="0" t="0" r="r" b="b"/>
              <a:pathLst>
                <a:path w="545" h="178">
                  <a:moveTo>
                    <a:pt x="133" y="152"/>
                  </a:moveTo>
                  <a:cubicBezTo>
                    <a:pt x="161" y="150"/>
                    <a:pt x="188" y="145"/>
                    <a:pt x="210" y="132"/>
                  </a:cubicBezTo>
                  <a:cubicBezTo>
                    <a:pt x="231" y="120"/>
                    <a:pt x="248" y="102"/>
                    <a:pt x="251" y="85"/>
                  </a:cubicBezTo>
                  <a:cubicBezTo>
                    <a:pt x="257" y="57"/>
                    <a:pt x="263" y="28"/>
                    <a:pt x="269" y="0"/>
                  </a:cubicBezTo>
                  <a:cubicBezTo>
                    <a:pt x="276" y="28"/>
                    <a:pt x="283" y="57"/>
                    <a:pt x="289" y="85"/>
                  </a:cubicBezTo>
                  <a:cubicBezTo>
                    <a:pt x="294" y="105"/>
                    <a:pt x="308" y="120"/>
                    <a:pt x="330" y="132"/>
                  </a:cubicBezTo>
                  <a:cubicBezTo>
                    <a:pt x="353" y="145"/>
                    <a:pt x="379" y="152"/>
                    <a:pt x="407" y="152"/>
                  </a:cubicBezTo>
                  <a:cubicBezTo>
                    <a:pt x="437" y="152"/>
                    <a:pt x="464" y="150"/>
                    <a:pt x="488" y="137"/>
                  </a:cubicBezTo>
                  <a:cubicBezTo>
                    <a:pt x="513" y="128"/>
                    <a:pt x="535" y="110"/>
                    <a:pt x="545" y="87"/>
                  </a:cubicBezTo>
                  <a:cubicBezTo>
                    <a:pt x="543" y="112"/>
                    <a:pt x="527" y="135"/>
                    <a:pt x="502" y="150"/>
                  </a:cubicBezTo>
                  <a:cubicBezTo>
                    <a:pt x="477" y="164"/>
                    <a:pt x="442" y="175"/>
                    <a:pt x="409" y="178"/>
                  </a:cubicBezTo>
                  <a:cubicBezTo>
                    <a:pt x="374" y="180"/>
                    <a:pt x="341" y="172"/>
                    <a:pt x="311" y="157"/>
                  </a:cubicBezTo>
                  <a:cubicBezTo>
                    <a:pt x="294" y="150"/>
                    <a:pt x="284" y="140"/>
                    <a:pt x="273" y="128"/>
                  </a:cubicBezTo>
                  <a:cubicBezTo>
                    <a:pt x="261" y="140"/>
                    <a:pt x="248" y="150"/>
                    <a:pt x="234" y="157"/>
                  </a:cubicBezTo>
                  <a:cubicBezTo>
                    <a:pt x="204" y="172"/>
                    <a:pt x="168" y="180"/>
                    <a:pt x="136" y="178"/>
                  </a:cubicBezTo>
                  <a:cubicBezTo>
                    <a:pt x="103" y="178"/>
                    <a:pt x="68" y="167"/>
                    <a:pt x="43" y="150"/>
                  </a:cubicBezTo>
                  <a:cubicBezTo>
                    <a:pt x="19" y="135"/>
                    <a:pt x="0" y="110"/>
                    <a:pt x="0" y="87"/>
                  </a:cubicBezTo>
                  <a:cubicBezTo>
                    <a:pt x="5" y="108"/>
                    <a:pt x="27" y="125"/>
                    <a:pt x="52" y="137"/>
                  </a:cubicBezTo>
                  <a:cubicBezTo>
                    <a:pt x="76" y="147"/>
                    <a:pt x="106" y="152"/>
                    <a:pt x="133" y="15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65" name=""/>
            <p:cNvSpPr/>
            <p:nvPr/>
          </p:nvSpPr>
          <p:spPr>
            <a:xfrm>
              <a:off x="8400240" y="5067720"/>
              <a:ext cx="74880" cy="32760"/>
            </a:xfrm>
            <a:custGeom>
              <a:avLst/>
              <a:gdLst/>
              <a:ahLst/>
              <a:rect l="0" t="0" r="r" b="b"/>
              <a:pathLst>
                <a:path w="208" h="91">
                  <a:moveTo>
                    <a:pt x="104" y="0"/>
                  </a:moveTo>
                  <a:cubicBezTo>
                    <a:pt x="123" y="0"/>
                    <a:pt x="181" y="0"/>
                    <a:pt x="202" y="15"/>
                  </a:cubicBezTo>
                  <a:cubicBezTo>
                    <a:pt x="216" y="26"/>
                    <a:pt x="205" y="50"/>
                    <a:pt x="169" y="73"/>
                  </a:cubicBezTo>
                  <a:cubicBezTo>
                    <a:pt x="145" y="88"/>
                    <a:pt x="123" y="91"/>
                    <a:pt x="107" y="91"/>
                  </a:cubicBezTo>
                  <a:cubicBezTo>
                    <a:pt x="88" y="91"/>
                    <a:pt x="66" y="85"/>
                    <a:pt x="44" y="73"/>
                  </a:cubicBezTo>
                  <a:cubicBezTo>
                    <a:pt x="0" y="50"/>
                    <a:pt x="-7" y="26"/>
                    <a:pt x="6" y="15"/>
                  </a:cubicBezTo>
                  <a:cubicBezTo>
                    <a:pt x="25" y="0"/>
                    <a:pt x="85" y="0"/>
                    <a:pt x="104"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sp>
        <p:nvSpPr>
          <p:cNvPr id="266" name="PlaceHolder 1"/>
          <p:cNvSpPr>
            <a:spLocks noGrp="1"/>
          </p:cNvSpPr>
          <p:nvPr>
            <p:ph type="title"/>
          </p:nvPr>
        </p:nvSpPr>
        <p:spPr>
          <a:xfrm>
            <a:off x="539280" y="179640"/>
            <a:ext cx="9000360" cy="900000"/>
          </a:xfrm>
          <a:prstGeom prst="rect">
            <a:avLst/>
          </a:prstGeom>
          <a:noFill/>
          <a:ln w="0">
            <a:noFill/>
          </a:ln>
        </p:spPr>
        <p:txBody>
          <a:bodyPr lIns="0" rIns="0" tIns="0" bIns="0" anchor="ctr">
            <a:noAutofit/>
          </a:bodyPr>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267" name="PlaceHolder 2"/>
          <p:cNvSpPr>
            <a:spLocks noGrp="1"/>
          </p:cNvSpPr>
          <p:nvPr>
            <p:ph type="body"/>
          </p:nvPr>
        </p:nvSpPr>
        <p:spPr>
          <a:xfrm>
            <a:off x="539280" y="1259640"/>
            <a:ext cx="9000360" cy="3240000"/>
          </a:xfrm>
          <a:prstGeom prst="rect">
            <a:avLst/>
          </a:prstGeom>
          <a:noFill/>
          <a:ln w="0">
            <a:noFill/>
          </a:ln>
        </p:spPr>
        <p:txBody>
          <a:bodyPr lIns="0" rIns="0" tIns="0" bIns="0" anchor="t">
            <a:normAutofit fontScale="77500" lnSpcReduction="19999"/>
          </a:bodyPr>
          <a:p>
            <a:pPr marL="432000" indent="-324000">
              <a:spcBef>
                <a:spcPts val="105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Bef>
                <a:spcPts val="848"/>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Bef>
                <a:spcPts val="632"/>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Bef>
                <a:spcPts val="420"/>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Bef>
                <a:spcPts val="207"/>
              </a:spcBef>
              <a:buClr>
                <a:srgbClr val="000000"/>
              </a:buClr>
              <a:buSzPct val="45000"/>
              <a:buFont typeface="Wingdings" charset="2"/>
              <a:buChar char=""/>
            </a:pPr>
            <a:r>
              <a:rPr lang="en-US" sz="2660" b="0" u="none" strike="noStrike">
                <a:solidFill>
                  <a:srgbClr val="000000"/>
                </a:solidFill>
                <a:effectLst/>
                <a:uFillTx/>
                <a:latin typeface="Arial"/>
              </a:rPr>
              <a:t>Fifth Outline Level</a:t>
            </a:r>
            <a:endParaRPr lang="en-US" sz="2660" b="0" u="none" strike="noStrike">
              <a:solidFill>
                <a:srgbClr val="000000"/>
              </a:solidFill>
              <a:effectLst/>
              <a:uFillTx/>
              <a:latin typeface="Arial"/>
            </a:endParaRPr>
          </a:p>
          <a:p>
            <a:pPr marL="2592000" lvl="5" indent="-216000">
              <a:spcBef>
                <a:spcPts val="369"/>
              </a:spcBef>
              <a:buClr>
                <a:srgbClr val="000000"/>
              </a:buClr>
              <a:buSzPct val="45000"/>
              <a:buFont typeface="Wingdings" charset="2"/>
              <a:buChar char=""/>
            </a:pPr>
            <a:r>
              <a:rPr lang="en-US" sz="4730" b="0" u="none" strike="noStrike">
                <a:solidFill>
                  <a:srgbClr val="000000"/>
                </a:solidFill>
                <a:effectLst/>
                <a:uFillTx/>
                <a:latin typeface="Arial"/>
              </a:rPr>
              <a:t>Sixth Outline Level</a:t>
            </a:r>
            <a:endParaRPr lang="en-US" sz="4730" b="0" u="none" strike="noStrike">
              <a:solidFill>
                <a:srgbClr val="000000"/>
              </a:solidFill>
              <a:effectLst/>
              <a:uFillTx/>
              <a:latin typeface="Arial"/>
            </a:endParaRPr>
          </a:p>
          <a:p>
            <a:pPr marL="3024000" lvl="6" indent="-216000">
              <a:spcBef>
                <a:spcPts val="655"/>
              </a:spcBef>
              <a:buClr>
                <a:srgbClr val="000000"/>
              </a:buClr>
              <a:buSzPct val="45000"/>
              <a:buFont typeface="Wingdings" charset="2"/>
              <a:buChar char=""/>
            </a:pPr>
            <a:r>
              <a:rPr lang="en-US" sz="8420" b="0" u="none" strike="noStrike">
                <a:solidFill>
                  <a:srgbClr val="000000"/>
                </a:solidFill>
                <a:effectLst/>
                <a:uFillTx/>
                <a:latin typeface="Arial"/>
              </a:rPr>
              <a:t>Seventh Outline Level</a:t>
            </a:r>
            <a:endParaRPr lang="en-US" sz="8420" b="0" u="none" strike="noStrike">
              <a:solidFill>
                <a:srgbClr val="000000"/>
              </a:solidFill>
              <a:effectLst/>
              <a:uFillTx/>
              <a:latin typeface="Arial"/>
            </a:endParaRPr>
          </a:p>
        </p:txBody>
      </p:sp>
      <p:sp>
        <p:nvSpPr>
          <p:cNvPr id="268" name="PlaceHolder 3"/>
          <p:cNvSpPr>
            <a:spLocks noGrp="1"/>
          </p:cNvSpPr>
          <p:nvPr>
            <p:ph type="dt" idx="10"/>
          </p:nvPr>
        </p:nvSpPr>
        <p:spPr>
          <a:xfrm>
            <a:off x="503640" y="5164920"/>
            <a:ext cx="2348280" cy="390960"/>
          </a:xfrm>
          <a:prstGeom prst="rect">
            <a:avLst/>
          </a:prstGeom>
          <a:noFill/>
          <a:ln w="0">
            <a:noFill/>
          </a:ln>
        </p:spPr>
        <p:txBody>
          <a:bodyPr lIns="0" rIns="0" tIns="0" bIns="0" anchor="t">
            <a:spAutoFit/>
          </a:bodyPr>
          <a:lstStyle>
            <a:lvl1pPr indent="0">
              <a:buNone/>
              <a:defRPr lang="en-US" sz="1400" b="0" u="none" strike="noStrike">
                <a:solidFill>
                  <a:srgbClr val="000000"/>
                </a:solidFill>
                <a:effectLst/>
                <a:uFillTx/>
                <a:latin typeface="Arial"/>
              </a:defRPr>
            </a:lvl1pPr>
          </a:lstStyle>
          <a:p>
            <a:pPr indent="0">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269" name="PlaceHolder 4"/>
          <p:cNvSpPr>
            <a:spLocks noGrp="1"/>
          </p:cNvSpPr>
          <p:nvPr>
            <p:ph type="ftr" idx="11"/>
          </p:nvPr>
        </p:nvSpPr>
        <p:spPr>
          <a:xfrm>
            <a:off x="3447000" y="5164920"/>
            <a:ext cx="3195000" cy="390960"/>
          </a:xfrm>
          <a:prstGeom prst="rect">
            <a:avLst/>
          </a:prstGeom>
          <a:noFill/>
          <a:ln w="0">
            <a:noFill/>
          </a:ln>
        </p:spPr>
        <p:txBody>
          <a:bodyPr lIns="0" rIns="0" tIns="0" bIns="0" anchor="t">
            <a:sp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270" name="PlaceHolder 5"/>
          <p:cNvSpPr>
            <a:spLocks noGrp="1"/>
          </p:cNvSpPr>
          <p:nvPr>
            <p:ph type="sldNum" idx="12"/>
          </p:nvPr>
        </p:nvSpPr>
        <p:spPr>
          <a:xfrm>
            <a:off x="7226640" y="5164920"/>
            <a:ext cx="2348280" cy="390960"/>
          </a:xfrm>
          <a:prstGeom prst="rect">
            <a:avLst/>
          </a:prstGeom>
          <a:noFill/>
          <a:ln w="0">
            <a:noFill/>
          </a:ln>
        </p:spPr>
        <p:txBody>
          <a:bodyPr lIns="0" rIns="0" tIns="0" bIns="0" anchor="t">
            <a:spAutoFit/>
          </a:bodyPr>
          <a:lstStyle>
            <a:lvl1pPr indent="0" algn="r">
              <a:buNone/>
              <a:defRPr lang="en-US" sz="1400" b="0" u="none" strike="noStrike">
                <a:solidFill>
                  <a:srgbClr val="000000"/>
                </a:solidFill>
                <a:effectLst/>
                <a:uFillTx/>
                <a:latin typeface="Arial"/>
              </a:defRPr>
            </a:lvl1pPr>
          </a:lstStyle>
          <a:p>
            <a:pPr indent="0" algn="r">
              <a:buNone/>
            </a:pPr>
            <a:fld id="{4BF0613E-1177-4D12-A8EE-4B9800DE8335}"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restbird3">
    <p:spTree>
      <p:nvGrpSpPr>
        <p:cNvPr id="1" name=""/>
        <p:cNvGrpSpPr/>
        <p:nvPr/>
      </p:nvGrpSpPr>
      <p:grpSpPr>
        <a:xfrm>
          <a:off x="0" y="0"/>
          <a:ext cx="0" cy="0"/>
          <a:chOff x="0" y="0"/>
          <a:chExt cx="0" cy="0"/>
        </a:xfrm>
      </p:grpSpPr>
      <p:sp>
        <p:nvSpPr>
          <p:cNvPr id="271" name=""/>
          <p:cNvSpPr/>
          <p:nvPr/>
        </p:nvSpPr>
        <p:spPr>
          <a:xfrm>
            <a:off x="0" y="5039640"/>
            <a:ext cx="10080000" cy="630000"/>
          </a:xfrm>
          <a:prstGeom prst="rect">
            <a:avLst/>
          </a:prstGeom>
          <a:solidFill>
            <a:srgbClr val="9ecf6c"/>
          </a:solidFill>
          <a:ln w="0">
            <a:noFill/>
          </a:ln>
        </p:spPr>
        <p:style>
          <a:lnRef idx="0"/>
          <a:fillRef idx="0"/>
          <a:effectRef idx="0"/>
          <a:fontRef idx="minor"/>
        </p:style>
        <p:txBody>
          <a:bodyPr wrap="none" lIns="0" rIns="0" tIns="0" bIns="0" anchor="t">
            <a:spAutoFit/>
          </a:bodyPr>
          <a:p>
            <a:endParaRPr lang="en-US" sz="1400" b="1" u="none" strike="noStrike">
              <a:solidFill>
                <a:srgbClr val="ffffff"/>
              </a:solidFill>
              <a:effectLst/>
              <a:uFillTx/>
              <a:latin typeface="Arial"/>
            </a:endParaRPr>
          </a:p>
        </p:txBody>
      </p:sp>
      <p:grpSp>
        <p:nvGrpSpPr>
          <p:cNvPr id="272" name=""/>
          <p:cNvGrpSpPr/>
          <p:nvPr/>
        </p:nvGrpSpPr>
        <p:grpSpPr>
          <a:xfrm>
            <a:off x="7559640" y="4589640"/>
            <a:ext cx="540000" cy="720000"/>
            <a:chOff x="7559640" y="4589640"/>
            <a:chExt cx="540000" cy="720000"/>
          </a:xfrm>
        </p:grpSpPr>
        <p:sp>
          <p:nvSpPr>
            <p:cNvPr id="273" name=""/>
            <p:cNvSpPr/>
            <p:nvPr/>
          </p:nvSpPr>
          <p:spPr>
            <a:xfrm>
              <a:off x="7559640" y="5083200"/>
              <a:ext cx="94680" cy="105480"/>
            </a:xfrm>
            <a:custGeom>
              <a:avLst/>
              <a:gdLst/>
              <a:ahLst/>
              <a:rect l="0" t="0" r="r" b="b"/>
              <a:pathLst>
                <a:path w="263" h="293">
                  <a:moveTo>
                    <a:pt x="0" y="146"/>
                  </a:moveTo>
                  <a:cubicBezTo>
                    <a:pt x="0" y="172"/>
                    <a:pt x="6" y="198"/>
                    <a:pt x="18" y="220"/>
                  </a:cubicBezTo>
                  <a:cubicBezTo>
                    <a:pt x="30" y="242"/>
                    <a:pt x="46" y="260"/>
                    <a:pt x="66" y="273"/>
                  </a:cubicBezTo>
                  <a:cubicBezTo>
                    <a:pt x="86" y="286"/>
                    <a:pt x="108" y="293"/>
                    <a:pt x="131" y="293"/>
                  </a:cubicBezTo>
                  <a:cubicBezTo>
                    <a:pt x="154" y="293"/>
                    <a:pt x="177" y="286"/>
                    <a:pt x="197" y="273"/>
                  </a:cubicBezTo>
                  <a:cubicBezTo>
                    <a:pt x="217" y="260"/>
                    <a:pt x="233" y="242"/>
                    <a:pt x="245" y="220"/>
                  </a:cubicBezTo>
                  <a:cubicBezTo>
                    <a:pt x="256" y="198"/>
                    <a:pt x="263" y="172"/>
                    <a:pt x="263" y="146"/>
                  </a:cubicBezTo>
                  <a:cubicBezTo>
                    <a:pt x="263" y="120"/>
                    <a:pt x="256" y="95"/>
                    <a:pt x="245" y="73"/>
                  </a:cubicBezTo>
                  <a:cubicBezTo>
                    <a:pt x="233" y="51"/>
                    <a:pt x="217" y="33"/>
                    <a:pt x="197" y="20"/>
                  </a:cubicBezTo>
                  <a:cubicBezTo>
                    <a:pt x="177" y="7"/>
                    <a:pt x="154" y="0"/>
                    <a:pt x="131" y="0"/>
                  </a:cubicBezTo>
                  <a:cubicBezTo>
                    <a:pt x="109" y="0"/>
                    <a:pt x="86" y="7"/>
                    <a:pt x="66" y="20"/>
                  </a:cubicBezTo>
                  <a:cubicBezTo>
                    <a:pt x="46" y="33"/>
                    <a:pt x="30" y="51"/>
                    <a:pt x="18" y="73"/>
                  </a:cubicBezTo>
                  <a:cubicBezTo>
                    <a:pt x="6" y="95"/>
                    <a:pt x="0" y="120"/>
                    <a:pt x="0" y="14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74" name=""/>
            <p:cNvSpPr/>
            <p:nvPr/>
          </p:nvSpPr>
          <p:spPr>
            <a:xfrm>
              <a:off x="7593840" y="5070960"/>
              <a:ext cx="163800" cy="209880"/>
            </a:xfrm>
            <a:custGeom>
              <a:avLst/>
              <a:gdLst/>
              <a:ahLst/>
              <a:rect l="0" t="0" r="r" b="b"/>
              <a:pathLst>
                <a:path w="455" h="583">
                  <a:moveTo>
                    <a:pt x="26" y="490"/>
                  </a:moveTo>
                  <a:cubicBezTo>
                    <a:pt x="-72" y="113"/>
                    <a:pt x="135" y="163"/>
                    <a:pt x="190" y="0"/>
                  </a:cubicBezTo>
                  <a:cubicBezTo>
                    <a:pt x="267" y="39"/>
                    <a:pt x="345" y="77"/>
                    <a:pt x="423" y="116"/>
                  </a:cubicBezTo>
                  <a:cubicBezTo>
                    <a:pt x="423" y="113"/>
                    <a:pt x="494" y="477"/>
                    <a:pt x="426" y="557"/>
                  </a:cubicBezTo>
                  <a:cubicBezTo>
                    <a:pt x="373" y="616"/>
                    <a:pt x="46" y="567"/>
                    <a:pt x="26" y="49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75" name=""/>
            <p:cNvSpPr/>
            <p:nvPr/>
          </p:nvSpPr>
          <p:spPr>
            <a:xfrm>
              <a:off x="7649280" y="5187960"/>
              <a:ext cx="96840" cy="51120"/>
            </a:xfrm>
            <a:custGeom>
              <a:avLst/>
              <a:gdLst/>
              <a:ahLst/>
              <a:rect l="0" t="0" r="r" b="b"/>
              <a:pathLst>
                <a:path w="269" h="142">
                  <a:moveTo>
                    <a:pt x="233" y="68"/>
                  </a:moveTo>
                  <a:cubicBezTo>
                    <a:pt x="213" y="48"/>
                    <a:pt x="190" y="28"/>
                    <a:pt x="164" y="18"/>
                  </a:cubicBezTo>
                  <a:cubicBezTo>
                    <a:pt x="112" y="-6"/>
                    <a:pt x="52" y="-6"/>
                    <a:pt x="0" y="15"/>
                  </a:cubicBezTo>
                  <a:cubicBezTo>
                    <a:pt x="56" y="15"/>
                    <a:pt x="105" y="18"/>
                    <a:pt x="154" y="41"/>
                  </a:cubicBezTo>
                  <a:cubicBezTo>
                    <a:pt x="177" y="51"/>
                    <a:pt x="200" y="65"/>
                    <a:pt x="219" y="81"/>
                  </a:cubicBezTo>
                  <a:cubicBezTo>
                    <a:pt x="236" y="98"/>
                    <a:pt x="255" y="118"/>
                    <a:pt x="269" y="142"/>
                  </a:cubicBezTo>
                  <a:cubicBezTo>
                    <a:pt x="265" y="115"/>
                    <a:pt x="253" y="88"/>
                    <a:pt x="233" y="68"/>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76" name=""/>
            <p:cNvSpPr/>
            <p:nvPr/>
          </p:nvSpPr>
          <p:spPr>
            <a:xfrm>
              <a:off x="7725960" y="5054040"/>
              <a:ext cx="139320" cy="255600"/>
            </a:xfrm>
            <a:custGeom>
              <a:avLst/>
              <a:gdLst/>
              <a:ahLst/>
              <a:rect l="0" t="0" r="r" b="b"/>
              <a:pathLst>
                <a:path w="387" h="710">
                  <a:moveTo>
                    <a:pt x="79" y="666"/>
                  </a:moveTo>
                  <a:cubicBezTo>
                    <a:pt x="0" y="583"/>
                    <a:pt x="3" y="213"/>
                    <a:pt x="0" y="29"/>
                  </a:cubicBezTo>
                  <a:cubicBezTo>
                    <a:pt x="111" y="20"/>
                    <a:pt x="223" y="10"/>
                    <a:pt x="334" y="0"/>
                  </a:cubicBezTo>
                  <a:cubicBezTo>
                    <a:pt x="337" y="0"/>
                    <a:pt x="429" y="586"/>
                    <a:pt x="364" y="666"/>
                  </a:cubicBezTo>
                  <a:cubicBezTo>
                    <a:pt x="315" y="726"/>
                    <a:pt x="134" y="723"/>
                    <a:pt x="79" y="66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77" name=""/>
            <p:cNvSpPr/>
            <p:nvPr/>
          </p:nvSpPr>
          <p:spPr>
            <a:xfrm>
              <a:off x="7848000" y="5054040"/>
              <a:ext cx="139680" cy="255600"/>
            </a:xfrm>
            <a:custGeom>
              <a:avLst/>
              <a:gdLst/>
              <a:ahLst/>
              <a:rect l="0" t="0" r="r" b="b"/>
              <a:pathLst>
                <a:path w="388" h="710">
                  <a:moveTo>
                    <a:pt x="309" y="666"/>
                  </a:moveTo>
                  <a:cubicBezTo>
                    <a:pt x="388" y="583"/>
                    <a:pt x="384" y="213"/>
                    <a:pt x="388" y="29"/>
                  </a:cubicBezTo>
                  <a:cubicBezTo>
                    <a:pt x="276" y="20"/>
                    <a:pt x="165" y="10"/>
                    <a:pt x="54" y="0"/>
                  </a:cubicBezTo>
                  <a:cubicBezTo>
                    <a:pt x="44" y="222"/>
                    <a:pt x="-41" y="586"/>
                    <a:pt x="25" y="666"/>
                  </a:cubicBezTo>
                  <a:cubicBezTo>
                    <a:pt x="74" y="726"/>
                    <a:pt x="254" y="723"/>
                    <a:pt x="309" y="66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78" name=""/>
            <p:cNvSpPr/>
            <p:nvPr/>
          </p:nvSpPr>
          <p:spPr>
            <a:xfrm>
              <a:off x="7851960" y="5190840"/>
              <a:ext cx="9720" cy="103320"/>
            </a:xfrm>
            <a:custGeom>
              <a:avLst/>
              <a:gdLst/>
              <a:ahLst/>
              <a:rect l="0" t="0" r="r" b="b"/>
              <a:pathLst>
                <a:path w="27" h="287">
                  <a:moveTo>
                    <a:pt x="27" y="144"/>
                  </a:moveTo>
                  <a:cubicBezTo>
                    <a:pt x="27" y="98"/>
                    <a:pt x="23" y="48"/>
                    <a:pt x="14" y="0"/>
                  </a:cubicBezTo>
                  <a:cubicBezTo>
                    <a:pt x="4" y="48"/>
                    <a:pt x="0" y="98"/>
                    <a:pt x="0" y="144"/>
                  </a:cubicBezTo>
                  <a:cubicBezTo>
                    <a:pt x="4" y="194"/>
                    <a:pt x="4" y="241"/>
                    <a:pt x="14" y="287"/>
                  </a:cubicBezTo>
                  <a:cubicBezTo>
                    <a:pt x="23" y="241"/>
                    <a:pt x="27" y="191"/>
                    <a:pt x="27" y="14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79" name=""/>
            <p:cNvSpPr/>
            <p:nvPr/>
          </p:nvSpPr>
          <p:spPr>
            <a:xfrm>
              <a:off x="7750800" y="5044320"/>
              <a:ext cx="212040" cy="208800"/>
            </a:xfrm>
            <a:custGeom>
              <a:avLst/>
              <a:gdLst/>
              <a:ahLst/>
              <a:rect l="0" t="0" r="r" b="b"/>
              <a:pathLst>
                <a:path w="589" h="580">
                  <a:moveTo>
                    <a:pt x="295" y="580"/>
                  </a:moveTo>
                  <a:cubicBezTo>
                    <a:pt x="393" y="477"/>
                    <a:pt x="589" y="423"/>
                    <a:pt x="589" y="273"/>
                  </a:cubicBezTo>
                  <a:cubicBezTo>
                    <a:pt x="589" y="123"/>
                    <a:pt x="459" y="0"/>
                    <a:pt x="295" y="0"/>
                  </a:cubicBezTo>
                  <a:cubicBezTo>
                    <a:pt x="131" y="0"/>
                    <a:pt x="0" y="123"/>
                    <a:pt x="0" y="273"/>
                  </a:cubicBezTo>
                  <a:cubicBezTo>
                    <a:pt x="0" y="423"/>
                    <a:pt x="196" y="477"/>
                    <a:pt x="295" y="58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0" name=""/>
            <p:cNvSpPr/>
            <p:nvPr/>
          </p:nvSpPr>
          <p:spPr>
            <a:xfrm>
              <a:off x="7614360" y="4589640"/>
              <a:ext cx="159480" cy="315720"/>
            </a:xfrm>
            <a:custGeom>
              <a:avLst/>
              <a:gdLst/>
              <a:ahLst/>
              <a:rect l="0" t="0" r="r" b="b"/>
              <a:pathLst>
                <a:path w="443" h="877">
                  <a:moveTo>
                    <a:pt x="404" y="384"/>
                  </a:moveTo>
                  <a:cubicBezTo>
                    <a:pt x="421" y="734"/>
                    <a:pt x="430" y="681"/>
                    <a:pt x="443" y="830"/>
                  </a:cubicBezTo>
                  <a:cubicBezTo>
                    <a:pt x="382" y="846"/>
                    <a:pt x="321" y="861"/>
                    <a:pt x="260" y="877"/>
                  </a:cubicBezTo>
                  <a:cubicBezTo>
                    <a:pt x="185" y="744"/>
                    <a:pt x="270" y="843"/>
                    <a:pt x="35" y="477"/>
                  </a:cubicBezTo>
                  <a:cubicBezTo>
                    <a:pt x="-50" y="341"/>
                    <a:pt x="41" y="20"/>
                    <a:pt x="93" y="0"/>
                  </a:cubicBezTo>
                  <a:cubicBezTo>
                    <a:pt x="126" y="-9"/>
                    <a:pt x="398" y="204"/>
                    <a:pt x="404" y="38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1" name=""/>
            <p:cNvSpPr/>
            <p:nvPr/>
          </p:nvSpPr>
          <p:spPr>
            <a:xfrm>
              <a:off x="7645320" y="4653000"/>
              <a:ext cx="115920" cy="249840"/>
            </a:xfrm>
            <a:custGeom>
              <a:avLst/>
              <a:gdLst/>
              <a:ahLst/>
              <a:rect l="0" t="0" r="r" b="b"/>
              <a:pathLst>
                <a:path w="322" h="694">
                  <a:moveTo>
                    <a:pt x="240" y="227"/>
                  </a:moveTo>
                  <a:cubicBezTo>
                    <a:pt x="302" y="567"/>
                    <a:pt x="295" y="518"/>
                    <a:pt x="322" y="664"/>
                  </a:cubicBezTo>
                  <a:cubicBezTo>
                    <a:pt x="282" y="674"/>
                    <a:pt x="241" y="684"/>
                    <a:pt x="201" y="694"/>
                  </a:cubicBezTo>
                  <a:cubicBezTo>
                    <a:pt x="142" y="556"/>
                    <a:pt x="201" y="670"/>
                    <a:pt x="24" y="280"/>
                  </a:cubicBezTo>
                  <a:cubicBezTo>
                    <a:pt x="-22" y="181"/>
                    <a:pt x="4" y="17"/>
                    <a:pt x="53" y="1"/>
                  </a:cubicBezTo>
                  <a:cubicBezTo>
                    <a:pt x="86" y="-9"/>
                    <a:pt x="214" y="87"/>
                    <a:pt x="240" y="2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2" name=""/>
            <p:cNvSpPr/>
            <p:nvPr/>
          </p:nvSpPr>
          <p:spPr>
            <a:xfrm>
              <a:off x="7939080" y="4589640"/>
              <a:ext cx="160560" cy="315720"/>
            </a:xfrm>
            <a:custGeom>
              <a:avLst/>
              <a:gdLst/>
              <a:ahLst/>
              <a:rect l="0" t="0" r="r" b="b"/>
              <a:pathLst>
                <a:path w="446" h="877">
                  <a:moveTo>
                    <a:pt x="39" y="384"/>
                  </a:moveTo>
                  <a:cubicBezTo>
                    <a:pt x="23" y="734"/>
                    <a:pt x="13" y="681"/>
                    <a:pt x="0" y="830"/>
                  </a:cubicBezTo>
                  <a:cubicBezTo>
                    <a:pt x="61" y="846"/>
                    <a:pt x="122" y="861"/>
                    <a:pt x="183" y="877"/>
                  </a:cubicBezTo>
                  <a:cubicBezTo>
                    <a:pt x="259" y="744"/>
                    <a:pt x="173" y="843"/>
                    <a:pt x="410" y="477"/>
                  </a:cubicBezTo>
                  <a:cubicBezTo>
                    <a:pt x="498" y="341"/>
                    <a:pt x="403" y="20"/>
                    <a:pt x="350" y="0"/>
                  </a:cubicBezTo>
                  <a:cubicBezTo>
                    <a:pt x="318" y="-9"/>
                    <a:pt x="46" y="204"/>
                    <a:pt x="39" y="38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3" name=""/>
            <p:cNvSpPr/>
            <p:nvPr/>
          </p:nvSpPr>
          <p:spPr>
            <a:xfrm>
              <a:off x="7952040" y="4653000"/>
              <a:ext cx="116280" cy="250920"/>
            </a:xfrm>
            <a:custGeom>
              <a:avLst/>
              <a:gdLst/>
              <a:ahLst/>
              <a:rect l="0" t="0" r="r" b="b"/>
              <a:pathLst>
                <a:path w="323" h="697">
                  <a:moveTo>
                    <a:pt x="82" y="227"/>
                  </a:moveTo>
                  <a:cubicBezTo>
                    <a:pt x="19" y="567"/>
                    <a:pt x="27" y="518"/>
                    <a:pt x="0" y="664"/>
                  </a:cubicBezTo>
                  <a:cubicBezTo>
                    <a:pt x="39" y="675"/>
                    <a:pt x="79" y="686"/>
                    <a:pt x="118" y="697"/>
                  </a:cubicBezTo>
                  <a:cubicBezTo>
                    <a:pt x="178" y="560"/>
                    <a:pt x="118" y="675"/>
                    <a:pt x="298" y="285"/>
                  </a:cubicBezTo>
                  <a:cubicBezTo>
                    <a:pt x="344" y="181"/>
                    <a:pt x="321" y="17"/>
                    <a:pt x="268" y="1"/>
                  </a:cubicBezTo>
                  <a:cubicBezTo>
                    <a:pt x="236" y="-9"/>
                    <a:pt x="109" y="87"/>
                    <a:pt x="82" y="22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4" name=""/>
            <p:cNvSpPr/>
            <p:nvPr/>
          </p:nvSpPr>
          <p:spPr>
            <a:xfrm>
              <a:off x="7640640" y="4781520"/>
              <a:ext cx="432000" cy="385200"/>
            </a:xfrm>
            <a:custGeom>
              <a:avLst/>
              <a:gdLst/>
              <a:ahLst/>
              <a:rect l="0" t="0" r="r" b="b"/>
              <a:pathLst>
                <a:path w="1200" h="1070">
                  <a:moveTo>
                    <a:pt x="600" y="0"/>
                  </a:moveTo>
                  <a:cubicBezTo>
                    <a:pt x="269" y="0"/>
                    <a:pt x="118" y="144"/>
                    <a:pt x="118" y="343"/>
                  </a:cubicBezTo>
                  <a:cubicBezTo>
                    <a:pt x="118" y="510"/>
                    <a:pt x="-130" y="757"/>
                    <a:pt x="93" y="920"/>
                  </a:cubicBezTo>
                  <a:cubicBezTo>
                    <a:pt x="200" y="1000"/>
                    <a:pt x="384" y="1070"/>
                    <a:pt x="600" y="1070"/>
                  </a:cubicBezTo>
                  <a:cubicBezTo>
                    <a:pt x="816" y="1070"/>
                    <a:pt x="999" y="1000"/>
                    <a:pt x="1108" y="920"/>
                  </a:cubicBezTo>
                  <a:cubicBezTo>
                    <a:pt x="1330" y="754"/>
                    <a:pt x="1081" y="510"/>
                    <a:pt x="1081" y="343"/>
                  </a:cubicBezTo>
                  <a:cubicBezTo>
                    <a:pt x="1081" y="144"/>
                    <a:pt x="934" y="0"/>
                    <a:pt x="60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5" name=""/>
            <p:cNvSpPr/>
            <p:nvPr/>
          </p:nvSpPr>
          <p:spPr>
            <a:xfrm>
              <a:off x="7669080" y="4834440"/>
              <a:ext cx="377640" cy="319320"/>
            </a:xfrm>
            <a:custGeom>
              <a:avLst/>
              <a:gdLst/>
              <a:ahLst/>
              <a:rect l="0" t="0" r="r" b="b"/>
              <a:pathLst>
                <a:path w="1049" h="887">
                  <a:moveTo>
                    <a:pt x="479" y="30"/>
                  </a:moveTo>
                  <a:cubicBezTo>
                    <a:pt x="508" y="-10"/>
                    <a:pt x="534" y="-10"/>
                    <a:pt x="564" y="30"/>
                  </a:cubicBezTo>
                  <a:cubicBezTo>
                    <a:pt x="632" y="120"/>
                    <a:pt x="741" y="314"/>
                    <a:pt x="747" y="474"/>
                  </a:cubicBezTo>
                  <a:cubicBezTo>
                    <a:pt x="872" y="457"/>
                    <a:pt x="1012" y="463"/>
                    <a:pt x="1042" y="531"/>
                  </a:cubicBezTo>
                  <a:cubicBezTo>
                    <a:pt x="1097" y="664"/>
                    <a:pt x="836" y="887"/>
                    <a:pt x="525" y="887"/>
                  </a:cubicBezTo>
                  <a:cubicBezTo>
                    <a:pt x="210" y="887"/>
                    <a:pt x="-49" y="664"/>
                    <a:pt x="8" y="531"/>
                  </a:cubicBezTo>
                  <a:cubicBezTo>
                    <a:pt x="30" y="463"/>
                    <a:pt x="175" y="457"/>
                    <a:pt x="295" y="474"/>
                  </a:cubicBezTo>
                  <a:cubicBezTo>
                    <a:pt x="303" y="314"/>
                    <a:pt x="410" y="120"/>
                    <a:pt x="479" y="3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6" name=""/>
            <p:cNvSpPr/>
            <p:nvPr/>
          </p:nvSpPr>
          <p:spPr>
            <a:xfrm>
              <a:off x="7767720" y="5062320"/>
              <a:ext cx="178200" cy="65880"/>
            </a:xfrm>
            <a:custGeom>
              <a:avLst/>
              <a:gdLst/>
              <a:ahLst/>
              <a:rect l="0" t="0" r="r" b="b"/>
              <a:pathLst>
                <a:path w="495" h="183">
                  <a:moveTo>
                    <a:pt x="100" y="67"/>
                  </a:moveTo>
                  <a:cubicBezTo>
                    <a:pt x="136" y="70"/>
                    <a:pt x="175" y="61"/>
                    <a:pt x="205" y="40"/>
                  </a:cubicBezTo>
                  <a:cubicBezTo>
                    <a:pt x="221" y="30"/>
                    <a:pt x="234" y="17"/>
                    <a:pt x="248" y="0"/>
                  </a:cubicBezTo>
                  <a:cubicBezTo>
                    <a:pt x="257" y="17"/>
                    <a:pt x="273" y="30"/>
                    <a:pt x="290" y="40"/>
                  </a:cubicBezTo>
                  <a:cubicBezTo>
                    <a:pt x="323" y="61"/>
                    <a:pt x="358" y="70"/>
                    <a:pt x="395" y="67"/>
                  </a:cubicBezTo>
                  <a:cubicBezTo>
                    <a:pt x="431" y="67"/>
                    <a:pt x="467" y="53"/>
                    <a:pt x="493" y="30"/>
                  </a:cubicBezTo>
                  <a:cubicBezTo>
                    <a:pt x="509" y="17"/>
                    <a:pt x="424" y="183"/>
                    <a:pt x="248" y="183"/>
                  </a:cubicBezTo>
                  <a:cubicBezTo>
                    <a:pt x="71" y="183"/>
                    <a:pt x="-14" y="17"/>
                    <a:pt x="2" y="30"/>
                  </a:cubicBezTo>
                  <a:cubicBezTo>
                    <a:pt x="28" y="50"/>
                    <a:pt x="64" y="64"/>
                    <a:pt x="100" y="67"/>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7" name=""/>
            <p:cNvSpPr/>
            <p:nvPr/>
          </p:nvSpPr>
          <p:spPr>
            <a:xfrm>
              <a:off x="7704720" y="4881600"/>
              <a:ext cx="104760" cy="126720"/>
            </a:xfrm>
            <a:custGeom>
              <a:avLst/>
              <a:gdLst/>
              <a:ahLst/>
              <a:rect l="0" t="0" r="r" b="b"/>
              <a:pathLst>
                <a:path w="291" h="352">
                  <a:moveTo>
                    <a:pt x="190" y="10"/>
                  </a:moveTo>
                  <a:cubicBezTo>
                    <a:pt x="92" y="-31"/>
                    <a:pt x="26" y="66"/>
                    <a:pt x="10" y="119"/>
                  </a:cubicBezTo>
                  <a:cubicBezTo>
                    <a:pt x="-16" y="199"/>
                    <a:pt x="17" y="289"/>
                    <a:pt x="26" y="310"/>
                  </a:cubicBezTo>
                  <a:cubicBezTo>
                    <a:pt x="34" y="323"/>
                    <a:pt x="105" y="387"/>
                    <a:pt x="266" y="326"/>
                  </a:cubicBezTo>
                  <a:cubicBezTo>
                    <a:pt x="262" y="326"/>
                    <a:pt x="305" y="236"/>
                    <a:pt x="286" y="153"/>
                  </a:cubicBezTo>
                  <a:cubicBezTo>
                    <a:pt x="254" y="105"/>
                    <a:pt x="275" y="43"/>
                    <a:pt x="190" y="1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8" name=""/>
            <p:cNvSpPr/>
            <p:nvPr/>
          </p:nvSpPr>
          <p:spPr>
            <a:xfrm>
              <a:off x="7697880" y="4874760"/>
              <a:ext cx="109440" cy="136800"/>
            </a:xfrm>
            <a:custGeom>
              <a:avLst/>
              <a:gdLst/>
              <a:ahLst/>
              <a:rect l="0" t="0" r="r" b="b"/>
              <a:pathLst>
                <a:path w="304" h="380">
                  <a:moveTo>
                    <a:pt x="268" y="62"/>
                  </a:moveTo>
                  <a:cubicBezTo>
                    <a:pt x="254" y="45"/>
                    <a:pt x="241" y="32"/>
                    <a:pt x="226" y="22"/>
                  </a:cubicBezTo>
                  <a:cubicBezTo>
                    <a:pt x="219" y="15"/>
                    <a:pt x="209" y="11"/>
                    <a:pt x="199" y="8"/>
                  </a:cubicBezTo>
                  <a:cubicBezTo>
                    <a:pt x="189" y="4"/>
                    <a:pt x="180" y="1"/>
                    <a:pt x="169" y="1"/>
                  </a:cubicBezTo>
                  <a:cubicBezTo>
                    <a:pt x="130" y="-5"/>
                    <a:pt x="91" y="15"/>
                    <a:pt x="65" y="41"/>
                  </a:cubicBezTo>
                  <a:cubicBezTo>
                    <a:pt x="38" y="68"/>
                    <a:pt x="16" y="106"/>
                    <a:pt x="6" y="145"/>
                  </a:cubicBezTo>
                  <a:cubicBezTo>
                    <a:pt x="-4" y="185"/>
                    <a:pt x="-1" y="228"/>
                    <a:pt x="10" y="268"/>
                  </a:cubicBezTo>
                  <a:cubicBezTo>
                    <a:pt x="13" y="288"/>
                    <a:pt x="19" y="308"/>
                    <a:pt x="29" y="325"/>
                  </a:cubicBezTo>
                  <a:cubicBezTo>
                    <a:pt x="30" y="327"/>
                    <a:pt x="31" y="330"/>
                    <a:pt x="32" y="332"/>
                  </a:cubicBezTo>
                  <a:cubicBezTo>
                    <a:pt x="32" y="335"/>
                    <a:pt x="32" y="338"/>
                    <a:pt x="32" y="341"/>
                  </a:cubicBezTo>
                  <a:cubicBezTo>
                    <a:pt x="33" y="343"/>
                    <a:pt x="34" y="344"/>
                    <a:pt x="35" y="345"/>
                  </a:cubicBezTo>
                  <a:cubicBezTo>
                    <a:pt x="38" y="348"/>
                    <a:pt x="41" y="351"/>
                    <a:pt x="49" y="354"/>
                  </a:cubicBezTo>
                  <a:cubicBezTo>
                    <a:pt x="58" y="362"/>
                    <a:pt x="65" y="365"/>
                    <a:pt x="74" y="369"/>
                  </a:cubicBezTo>
                  <a:cubicBezTo>
                    <a:pt x="111" y="382"/>
                    <a:pt x="147" y="382"/>
                    <a:pt x="183" y="378"/>
                  </a:cubicBezTo>
                  <a:cubicBezTo>
                    <a:pt x="219" y="372"/>
                    <a:pt x="251" y="362"/>
                    <a:pt x="284" y="345"/>
                  </a:cubicBezTo>
                  <a:cubicBezTo>
                    <a:pt x="251" y="351"/>
                    <a:pt x="215" y="362"/>
                    <a:pt x="183" y="362"/>
                  </a:cubicBezTo>
                  <a:cubicBezTo>
                    <a:pt x="151" y="362"/>
                    <a:pt x="114" y="358"/>
                    <a:pt x="84" y="345"/>
                  </a:cubicBezTo>
                  <a:cubicBezTo>
                    <a:pt x="78" y="341"/>
                    <a:pt x="71" y="338"/>
                    <a:pt x="65" y="332"/>
                  </a:cubicBezTo>
                  <a:cubicBezTo>
                    <a:pt x="62" y="328"/>
                    <a:pt x="58" y="328"/>
                    <a:pt x="58" y="325"/>
                  </a:cubicBezTo>
                  <a:cubicBezTo>
                    <a:pt x="57" y="323"/>
                    <a:pt x="56" y="321"/>
                    <a:pt x="55" y="319"/>
                  </a:cubicBezTo>
                  <a:cubicBezTo>
                    <a:pt x="49" y="301"/>
                    <a:pt x="45" y="285"/>
                    <a:pt x="38" y="268"/>
                  </a:cubicBezTo>
                  <a:cubicBezTo>
                    <a:pt x="32" y="232"/>
                    <a:pt x="29" y="195"/>
                    <a:pt x="38" y="162"/>
                  </a:cubicBezTo>
                  <a:cubicBezTo>
                    <a:pt x="45" y="128"/>
                    <a:pt x="65" y="98"/>
                    <a:pt x="87" y="75"/>
                  </a:cubicBezTo>
                  <a:cubicBezTo>
                    <a:pt x="111" y="51"/>
                    <a:pt x="140" y="35"/>
                    <a:pt x="169" y="38"/>
                  </a:cubicBezTo>
                  <a:cubicBezTo>
                    <a:pt x="177" y="38"/>
                    <a:pt x="186" y="38"/>
                    <a:pt x="193" y="41"/>
                  </a:cubicBezTo>
                  <a:cubicBezTo>
                    <a:pt x="199" y="45"/>
                    <a:pt x="209" y="45"/>
                    <a:pt x="215" y="48"/>
                  </a:cubicBezTo>
                  <a:cubicBezTo>
                    <a:pt x="232" y="54"/>
                    <a:pt x="245" y="65"/>
                    <a:pt x="254" y="78"/>
                  </a:cubicBezTo>
                  <a:cubicBezTo>
                    <a:pt x="278" y="98"/>
                    <a:pt x="294" y="131"/>
                    <a:pt x="304" y="171"/>
                  </a:cubicBezTo>
                  <a:cubicBezTo>
                    <a:pt x="304" y="131"/>
                    <a:pt x="290" y="94"/>
                    <a:pt x="268" y="6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89" name=""/>
            <p:cNvSpPr/>
            <p:nvPr/>
          </p:nvSpPr>
          <p:spPr>
            <a:xfrm>
              <a:off x="7732080" y="4911480"/>
              <a:ext cx="61200" cy="76320"/>
            </a:xfrm>
            <a:custGeom>
              <a:avLst/>
              <a:gdLst/>
              <a:ahLst/>
              <a:rect l="0" t="0" r="r" b="b"/>
              <a:pathLst>
                <a:path w="170" h="212">
                  <a:moveTo>
                    <a:pt x="0" y="106"/>
                  </a:moveTo>
                  <a:cubicBezTo>
                    <a:pt x="0" y="125"/>
                    <a:pt x="3" y="143"/>
                    <a:pt x="11" y="159"/>
                  </a:cubicBezTo>
                  <a:cubicBezTo>
                    <a:pt x="18" y="176"/>
                    <a:pt x="29" y="189"/>
                    <a:pt x="43" y="198"/>
                  </a:cubicBezTo>
                  <a:cubicBezTo>
                    <a:pt x="56" y="207"/>
                    <a:pt x="70" y="212"/>
                    <a:pt x="85" y="212"/>
                  </a:cubicBezTo>
                  <a:cubicBezTo>
                    <a:pt x="100" y="212"/>
                    <a:pt x="114" y="207"/>
                    <a:pt x="128" y="198"/>
                  </a:cubicBezTo>
                  <a:cubicBezTo>
                    <a:pt x="141" y="189"/>
                    <a:pt x="151" y="176"/>
                    <a:pt x="159" y="159"/>
                  </a:cubicBezTo>
                  <a:cubicBezTo>
                    <a:pt x="166" y="143"/>
                    <a:pt x="170" y="125"/>
                    <a:pt x="170" y="106"/>
                  </a:cubicBezTo>
                  <a:cubicBezTo>
                    <a:pt x="170" y="88"/>
                    <a:pt x="166" y="69"/>
                    <a:pt x="159" y="53"/>
                  </a:cubicBezTo>
                  <a:cubicBezTo>
                    <a:pt x="151" y="37"/>
                    <a:pt x="141" y="23"/>
                    <a:pt x="128" y="14"/>
                  </a:cubicBezTo>
                  <a:cubicBezTo>
                    <a:pt x="114" y="5"/>
                    <a:pt x="100" y="0"/>
                    <a:pt x="85" y="0"/>
                  </a:cubicBezTo>
                  <a:cubicBezTo>
                    <a:pt x="70" y="0"/>
                    <a:pt x="56" y="5"/>
                    <a:pt x="43" y="14"/>
                  </a:cubicBezTo>
                  <a:cubicBezTo>
                    <a:pt x="29" y="23"/>
                    <a:pt x="18" y="37"/>
                    <a:pt x="11" y="53"/>
                  </a:cubicBezTo>
                  <a:cubicBezTo>
                    <a:pt x="3" y="69"/>
                    <a:pt x="0" y="88"/>
                    <a:pt x="0" y="10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0" name=""/>
            <p:cNvSpPr/>
            <p:nvPr/>
          </p:nvSpPr>
          <p:spPr>
            <a:xfrm>
              <a:off x="7904880" y="4881600"/>
              <a:ext cx="103680" cy="126720"/>
            </a:xfrm>
            <a:custGeom>
              <a:avLst/>
              <a:gdLst/>
              <a:ahLst/>
              <a:rect l="0" t="0" r="r" b="b"/>
              <a:pathLst>
                <a:path w="288" h="352">
                  <a:moveTo>
                    <a:pt x="99" y="10"/>
                  </a:moveTo>
                  <a:cubicBezTo>
                    <a:pt x="197" y="-31"/>
                    <a:pt x="262" y="66"/>
                    <a:pt x="278" y="119"/>
                  </a:cubicBezTo>
                  <a:cubicBezTo>
                    <a:pt x="305" y="199"/>
                    <a:pt x="272" y="289"/>
                    <a:pt x="262" y="310"/>
                  </a:cubicBezTo>
                  <a:cubicBezTo>
                    <a:pt x="256" y="323"/>
                    <a:pt x="184" y="387"/>
                    <a:pt x="23" y="326"/>
                  </a:cubicBezTo>
                  <a:cubicBezTo>
                    <a:pt x="27" y="326"/>
                    <a:pt x="-12" y="236"/>
                    <a:pt x="4" y="153"/>
                  </a:cubicBezTo>
                  <a:cubicBezTo>
                    <a:pt x="35" y="105"/>
                    <a:pt x="13" y="43"/>
                    <a:pt x="99" y="1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1" name=""/>
            <p:cNvSpPr/>
            <p:nvPr/>
          </p:nvSpPr>
          <p:spPr>
            <a:xfrm>
              <a:off x="7906320" y="4875840"/>
              <a:ext cx="110160" cy="135000"/>
            </a:xfrm>
            <a:custGeom>
              <a:avLst/>
              <a:gdLst/>
              <a:ahLst/>
              <a:rect l="0" t="0" r="r" b="b"/>
              <a:pathLst>
                <a:path w="306" h="375">
                  <a:moveTo>
                    <a:pt x="49" y="72"/>
                  </a:moveTo>
                  <a:cubicBezTo>
                    <a:pt x="62" y="59"/>
                    <a:pt x="76" y="48"/>
                    <a:pt x="88" y="41"/>
                  </a:cubicBezTo>
                  <a:cubicBezTo>
                    <a:pt x="95" y="38"/>
                    <a:pt x="104" y="35"/>
                    <a:pt x="112" y="35"/>
                  </a:cubicBezTo>
                  <a:cubicBezTo>
                    <a:pt x="118" y="32"/>
                    <a:pt x="128" y="32"/>
                    <a:pt x="134" y="32"/>
                  </a:cubicBezTo>
                  <a:cubicBezTo>
                    <a:pt x="164" y="32"/>
                    <a:pt x="197" y="45"/>
                    <a:pt x="216" y="68"/>
                  </a:cubicBezTo>
                  <a:cubicBezTo>
                    <a:pt x="239" y="91"/>
                    <a:pt x="259" y="125"/>
                    <a:pt x="265" y="155"/>
                  </a:cubicBezTo>
                  <a:cubicBezTo>
                    <a:pt x="271" y="189"/>
                    <a:pt x="271" y="224"/>
                    <a:pt x="265" y="261"/>
                  </a:cubicBezTo>
                  <a:cubicBezTo>
                    <a:pt x="262" y="279"/>
                    <a:pt x="255" y="298"/>
                    <a:pt x="249" y="311"/>
                  </a:cubicBezTo>
                  <a:cubicBezTo>
                    <a:pt x="248" y="314"/>
                    <a:pt x="247" y="316"/>
                    <a:pt x="246" y="319"/>
                  </a:cubicBezTo>
                  <a:cubicBezTo>
                    <a:pt x="243" y="322"/>
                    <a:pt x="239" y="322"/>
                    <a:pt x="239" y="325"/>
                  </a:cubicBezTo>
                  <a:cubicBezTo>
                    <a:pt x="232" y="328"/>
                    <a:pt x="226" y="335"/>
                    <a:pt x="219" y="338"/>
                  </a:cubicBezTo>
                  <a:cubicBezTo>
                    <a:pt x="189" y="351"/>
                    <a:pt x="157" y="359"/>
                    <a:pt x="121" y="354"/>
                  </a:cubicBezTo>
                  <a:cubicBezTo>
                    <a:pt x="88" y="354"/>
                    <a:pt x="52" y="348"/>
                    <a:pt x="19" y="338"/>
                  </a:cubicBezTo>
                  <a:cubicBezTo>
                    <a:pt x="52" y="354"/>
                    <a:pt x="85" y="365"/>
                    <a:pt x="121" y="372"/>
                  </a:cubicBezTo>
                  <a:cubicBezTo>
                    <a:pt x="157" y="378"/>
                    <a:pt x="194" y="375"/>
                    <a:pt x="229" y="362"/>
                  </a:cubicBezTo>
                  <a:cubicBezTo>
                    <a:pt x="239" y="359"/>
                    <a:pt x="246" y="354"/>
                    <a:pt x="255" y="348"/>
                  </a:cubicBezTo>
                  <a:cubicBezTo>
                    <a:pt x="259" y="345"/>
                    <a:pt x="265" y="341"/>
                    <a:pt x="268" y="338"/>
                  </a:cubicBezTo>
                  <a:cubicBezTo>
                    <a:pt x="269" y="337"/>
                    <a:pt x="270" y="336"/>
                    <a:pt x="271" y="335"/>
                  </a:cubicBezTo>
                  <a:cubicBezTo>
                    <a:pt x="272" y="334"/>
                    <a:pt x="273" y="333"/>
                    <a:pt x="275" y="332"/>
                  </a:cubicBezTo>
                  <a:cubicBezTo>
                    <a:pt x="275" y="331"/>
                    <a:pt x="275" y="330"/>
                    <a:pt x="275" y="328"/>
                  </a:cubicBezTo>
                  <a:cubicBezTo>
                    <a:pt x="276" y="327"/>
                    <a:pt x="277" y="326"/>
                    <a:pt x="279" y="325"/>
                  </a:cubicBezTo>
                  <a:cubicBezTo>
                    <a:pt x="285" y="305"/>
                    <a:pt x="292" y="288"/>
                    <a:pt x="298" y="268"/>
                  </a:cubicBezTo>
                  <a:cubicBezTo>
                    <a:pt x="308" y="229"/>
                    <a:pt x="308" y="189"/>
                    <a:pt x="301" y="145"/>
                  </a:cubicBezTo>
                  <a:cubicBezTo>
                    <a:pt x="292" y="105"/>
                    <a:pt x="268" y="68"/>
                    <a:pt x="243" y="41"/>
                  </a:cubicBezTo>
                  <a:cubicBezTo>
                    <a:pt x="213" y="15"/>
                    <a:pt x="177" y="-5"/>
                    <a:pt x="137" y="1"/>
                  </a:cubicBezTo>
                  <a:cubicBezTo>
                    <a:pt x="128" y="1"/>
                    <a:pt x="118" y="4"/>
                    <a:pt x="109" y="8"/>
                  </a:cubicBezTo>
                  <a:cubicBezTo>
                    <a:pt x="98" y="12"/>
                    <a:pt x="92" y="15"/>
                    <a:pt x="82" y="22"/>
                  </a:cubicBezTo>
                  <a:cubicBezTo>
                    <a:pt x="66" y="32"/>
                    <a:pt x="52" y="45"/>
                    <a:pt x="39" y="62"/>
                  </a:cubicBezTo>
                  <a:cubicBezTo>
                    <a:pt x="16" y="88"/>
                    <a:pt x="3" y="128"/>
                    <a:pt x="0" y="168"/>
                  </a:cubicBezTo>
                  <a:cubicBezTo>
                    <a:pt x="10" y="131"/>
                    <a:pt x="23" y="94"/>
                    <a:pt x="49" y="7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2" name=""/>
            <p:cNvSpPr/>
            <p:nvPr/>
          </p:nvSpPr>
          <p:spPr>
            <a:xfrm>
              <a:off x="7921440" y="4911480"/>
              <a:ext cx="61200" cy="76320"/>
            </a:xfrm>
            <a:custGeom>
              <a:avLst/>
              <a:gdLst/>
              <a:ahLst/>
              <a:rect l="0" t="0" r="r" b="b"/>
              <a:pathLst>
                <a:path w="170" h="212">
                  <a:moveTo>
                    <a:pt x="0" y="106"/>
                  </a:moveTo>
                  <a:cubicBezTo>
                    <a:pt x="0" y="125"/>
                    <a:pt x="4" y="143"/>
                    <a:pt x="12" y="159"/>
                  </a:cubicBezTo>
                  <a:cubicBezTo>
                    <a:pt x="19" y="176"/>
                    <a:pt x="30" y="189"/>
                    <a:pt x="43" y="198"/>
                  </a:cubicBezTo>
                  <a:cubicBezTo>
                    <a:pt x="55" y="207"/>
                    <a:pt x="70" y="212"/>
                    <a:pt x="85" y="212"/>
                  </a:cubicBezTo>
                  <a:cubicBezTo>
                    <a:pt x="100" y="212"/>
                    <a:pt x="115" y="207"/>
                    <a:pt x="128" y="198"/>
                  </a:cubicBezTo>
                  <a:cubicBezTo>
                    <a:pt x="140" y="189"/>
                    <a:pt x="151" y="176"/>
                    <a:pt x="159" y="159"/>
                  </a:cubicBezTo>
                  <a:cubicBezTo>
                    <a:pt x="166" y="143"/>
                    <a:pt x="170" y="125"/>
                    <a:pt x="170" y="106"/>
                  </a:cubicBezTo>
                  <a:cubicBezTo>
                    <a:pt x="170" y="88"/>
                    <a:pt x="166" y="69"/>
                    <a:pt x="159" y="53"/>
                  </a:cubicBezTo>
                  <a:cubicBezTo>
                    <a:pt x="151" y="37"/>
                    <a:pt x="140" y="23"/>
                    <a:pt x="128" y="14"/>
                  </a:cubicBezTo>
                  <a:cubicBezTo>
                    <a:pt x="115" y="5"/>
                    <a:pt x="100" y="0"/>
                    <a:pt x="85" y="0"/>
                  </a:cubicBezTo>
                  <a:cubicBezTo>
                    <a:pt x="70" y="0"/>
                    <a:pt x="55" y="5"/>
                    <a:pt x="43" y="14"/>
                  </a:cubicBezTo>
                  <a:cubicBezTo>
                    <a:pt x="30" y="23"/>
                    <a:pt x="19" y="37"/>
                    <a:pt x="12" y="53"/>
                  </a:cubicBezTo>
                  <a:cubicBezTo>
                    <a:pt x="4" y="69"/>
                    <a:pt x="0" y="88"/>
                    <a:pt x="0" y="10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3" name=""/>
            <p:cNvSpPr/>
            <p:nvPr/>
          </p:nvSpPr>
          <p:spPr>
            <a:xfrm>
              <a:off x="7826040" y="5046840"/>
              <a:ext cx="62280" cy="52920"/>
            </a:xfrm>
            <a:custGeom>
              <a:avLst/>
              <a:gdLst/>
              <a:ahLst/>
              <a:rect l="0" t="0" r="r" b="b"/>
              <a:pathLst>
                <a:path w="173" h="147">
                  <a:moveTo>
                    <a:pt x="173" y="0"/>
                  </a:moveTo>
                  <a:cubicBezTo>
                    <a:pt x="116" y="0"/>
                    <a:pt x="58" y="0"/>
                    <a:pt x="0" y="0"/>
                  </a:cubicBezTo>
                  <a:cubicBezTo>
                    <a:pt x="0" y="49"/>
                    <a:pt x="0" y="98"/>
                    <a:pt x="0" y="147"/>
                  </a:cubicBezTo>
                  <a:cubicBezTo>
                    <a:pt x="58" y="147"/>
                    <a:pt x="116" y="147"/>
                    <a:pt x="173" y="147"/>
                  </a:cubicBezTo>
                  <a:cubicBezTo>
                    <a:pt x="173" y="98"/>
                    <a:pt x="173" y="49"/>
                    <a:pt x="173"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4" name=""/>
            <p:cNvSpPr/>
            <p:nvPr/>
          </p:nvSpPr>
          <p:spPr>
            <a:xfrm>
              <a:off x="7740000" y="5002200"/>
              <a:ext cx="235800" cy="85680"/>
            </a:xfrm>
            <a:custGeom>
              <a:avLst/>
              <a:gdLst/>
              <a:ahLst/>
              <a:rect l="0" t="0" r="r" b="b"/>
              <a:pathLst>
                <a:path w="655" h="238">
                  <a:moveTo>
                    <a:pt x="161" y="204"/>
                  </a:moveTo>
                  <a:cubicBezTo>
                    <a:pt x="194" y="200"/>
                    <a:pt x="226" y="193"/>
                    <a:pt x="252" y="177"/>
                  </a:cubicBezTo>
                  <a:cubicBezTo>
                    <a:pt x="279" y="160"/>
                    <a:pt x="298" y="138"/>
                    <a:pt x="301" y="114"/>
                  </a:cubicBezTo>
                  <a:cubicBezTo>
                    <a:pt x="309" y="76"/>
                    <a:pt x="317" y="38"/>
                    <a:pt x="325" y="0"/>
                  </a:cubicBezTo>
                  <a:cubicBezTo>
                    <a:pt x="332" y="38"/>
                    <a:pt x="339" y="76"/>
                    <a:pt x="347" y="114"/>
                  </a:cubicBezTo>
                  <a:cubicBezTo>
                    <a:pt x="353" y="141"/>
                    <a:pt x="370" y="160"/>
                    <a:pt x="396" y="177"/>
                  </a:cubicBezTo>
                  <a:cubicBezTo>
                    <a:pt x="422" y="193"/>
                    <a:pt x="455" y="204"/>
                    <a:pt x="488" y="204"/>
                  </a:cubicBezTo>
                  <a:cubicBezTo>
                    <a:pt x="524" y="204"/>
                    <a:pt x="556" y="200"/>
                    <a:pt x="586" y="184"/>
                  </a:cubicBezTo>
                  <a:cubicBezTo>
                    <a:pt x="616" y="170"/>
                    <a:pt x="642" y="147"/>
                    <a:pt x="655" y="117"/>
                  </a:cubicBezTo>
                  <a:cubicBezTo>
                    <a:pt x="651" y="151"/>
                    <a:pt x="632" y="181"/>
                    <a:pt x="602" y="200"/>
                  </a:cubicBezTo>
                  <a:cubicBezTo>
                    <a:pt x="574" y="220"/>
                    <a:pt x="531" y="234"/>
                    <a:pt x="492" y="237"/>
                  </a:cubicBezTo>
                  <a:cubicBezTo>
                    <a:pt x="449" y="241"/>
                    <a:pt x="410" y="231"/>
                    <a:pt x="373" y="210"/>
                  </a:cubicBezTo>
                  <a:cubicBezTo>
                    <a:pt x="353" y="200"/>
                    <a:pt x="340" y="187"/>
                    <a:pt x="328" y="170"/>
                  </a:cubicBezTo>
                  <a:cubicBezTo>
                    <a:pt x="315" y="187"/>
                    <a:pt x="298" y="200"/>
                    <a:pt x="282" y="210"/>
                  </a:cubicBezTo>
                  <a:cubicBezTo>
                    <a:pt x="246" y="231"/>
                    <a:pt x="203" y="241"/>
                    <a:pt x="164" y="237"/>
                  </a:cubicBezTo>
                  <a:cubicBezTo>
                    <a:pt x="124" y="237"/>
                    <a:pt x="82" y="224"/>
                    <a:pt x="52" y="200"/>
                  </a:cubicBezTo>
                  <a:cubicBezTo>
                    <a:pt x="23" y="181"/>
                    <a:pt x="0" y="147"/>
                    <a:pt x="0" y="117"/>
                  </a:cubicBezTo>
                  <a:cubicBezTo>
                    <a:pt x="6" y="144"/>
                    <a:pt x="33" y="167"/>
                    <a:pt x="63" y="184"/>
                  </a:cubicBezTo>
                  <a:cubicBezTo>
                    <a:pt x="92" y="197"/>
                    <a:pt x="128" y="204"/>
                    <a:pt x="161" y="20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5" name=""/>
            <p:cNvSpPr/>
            <p:nvPr/>
          </p:nvSpPr>
          <p:spPr>
            <a:xfrm>
              <a:off x="7813080" y="4986720"/>
              <a:ext cx="90000" cy="43200"/>
            </a:xfrm>
            <a:custGeom>
              <a:avLst/>
              <a:gdLst/>
              <a:ahLst/>
              <a:rect l="0" t="0" r="r" b="b"/>
              <a:pathLst>
                <a:path w="250" h="120">
                  <a:moveTo>
                    <a:pt x="125" y="0"/>
                  </a:moveTo>
                  <a:cubicBezTo>
                    <a:pt x="148" y="0"/>
                    <a:pt x="217" y="0"/>
                    <a:pt x="243" y="21"/>
                  </a:cubicBezTo>
                  <a:cubicBezTo>
                    <a:pt x="259" y="34"/>
                    <a:pt x="246" y="67"/>
                    <a:pt x="204" y="98"/>
                  </a:cubicBezTo>
                  <a:cubicBezTo>
                    <a:pt x="174" y="117"/>
                    <a:pt x="147" y="120"/>
                    <a:pt x="128" y="120"/>
                  </a:cubicBezTo>
                  <a:cubicBezTo>
                    <a:pt x="105" y="120"/>
                    <a:pt x="79" y="114"/>
                    <a:pt x="53" y="98"/>
                  </a:cubicBezTo>
                  <a:cubicBezTo>
                    <a:pt x="1" y="67"/>
                    <a:pt x="-9" y="34"/>
                    <a:pt x="7" y="21"/>
                  </a:cubicBezTo>
                  <a:cubicBezTo>
                    <a:pt x="30" y="0"/>
                    <a:pt x="102" y="0"/>
                    <a:pt x="125"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grpSp>
        <p:nvGrpSpPr>
          <p:cNvPr id="296" name=""/>
          <p:cNvGrpSpPr/>
          <p:nvPr/>
        </p:nvGrpSpPr>
        <p:grpSpPr>
          <a:xfrm>
            <a:off x="9089640" y="4770000"/>
            <a:ext cx="270000" cy="360000"/>
            <a:chOff x="9089640" y="4770000"/>
            <a:chExt cx="270000" cy="360000"/>
          </a:xfrm>
        </p:grpSpPr>
        <p:sp>
          <p:nvSpPr>
            <p:cNvPr id="297" name=""/>
            <p:cNvSpPr/>
            <p:nvPr/>
          </p:nvSpPr>
          <p:spPr>
            <a:xfrm>
              <a:off x="9312480" y="5016600"/>
              <a:ext cx="47160" cy="52560"/>
            </a:xfrm>
            <a:custGeom>
              <a:avLst/>
              <a:gdLst/>
              <a:ahLst/>
              <a:rect l="0" t="0" r="r" b="b"/>
              <a:pathLst>
                <a:path w="131" h="146">
                  <a:moveTo>
                    <a:pt x="131" y="73"/>
                  </a:moveTo>
                  <a:cubicBezTo>
                    <a:pt x="131" y="86"/>
                    <a:pt x="128" y="98"/>
                    <a:pt x="123" y="109"/>
                  </a:cubicBezTo>
                  <a:cubicBezTo>
                    <a:pt x="117" y="121"/>
                    <a:pt x="109" y="130"/>
                    <a:pt x="99" y="136"/>
                  </a:cubicBezTo>
                  <a:cubicBezTo>
                    <a:pt x="89" y="143"/>
                    <a:pt x="78" y="146"/>
                    <a:pt x="66" y="146"/>
                  </a:cubicBezTo>
                  <a:cubicBezTo>
                    <a:pt x="54" y="146"/>
                    <a:pt x="43" y="143"/>
                    <a:pt x="33" y="136"/>
                  </a:cubicBezTo>
                  <a:cubicBezTo>
                    <a:pt x="23" y="130"/>
                    <a:pt x="14" y="121"/>
                    <a:pt x="9" y="109"/>
                  </a:cubicBezTo>
                  <a:cubicBezTo>
                    <a:pt x="3" y="98"/>
                    <a:pt x="0" y="86"/>
                    <a:pt x="0" y="73"/>
                  </a:cubicBezTo>
                  <a:cubicBezTo>
                    <a:pt x="0" y="61"/>
                    <a:pt x="3" y="48"/>
                    <a:pt x="9" y="37"/>
                  </a:cubicBezTo>
                  <a:cubicBezTo>
                    <a:pt x="15" y="25"/>
                    <a:pt x="23" y="16"/>
                    <a:pt x="33" y="10"/>
                  </a:cubicBezTo>
                  <a:cubicBezTo>
                    <a:pt x="43" y="3"/>
                    <a:pt x="54" y="0"/>
                    <a:pt x="66" y="0"/>
                  </a:cubicBezTo>
                  <a:cubicBezTo>
                    <a:pt x="78" y="0"/>
                    <a:pt x="89" y="3"/>
                    <a:pt x="99" y="10"/>
                  </a:cubicBezTo>
                  <a:cubicBezTo>
                    <a:pt x="109" y="16"/>
                    <a:pt x="117" y="25"/>
                    <a:pt x="123" y="37"/>
                  </a:cubicBezTo>
                  <a:cubicBezTo>
                    <a:pt x="128" y="48"/>
                    <a:pt x="131" y="61"/>
                    <a:pt x="131" y="7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8" name=""/>
            <p:cNvSpPr/>
            <p:nvPr/>
          </p:nvSpPr>
          <p:spPr>
            <a:xfrm>
              <a:off x="9260640" y="5010480"/>
              <a:ext cx="82440" cy="104760"/>
            </a:xfrm>
            <a:custGeom>
              <a:avLst/>
              <a:gdLst/>
              <a:ahLst/>
              <a:rect l="0" t="0" r="r" b="b"/>
              <a:pathLst>
                <a:path w="229" h="291">
                  <a:moveTo>
                    <a:pt x="215" y="246"/>
                  </a:moveTo>
                  <a:cubicBezTo>
                    <a:pt x="265" y="57"/>
                    <a:pt x="160" y="82"/>
                    <a:pt x="133" y="0"/>
                  </a:cubicBezTo>
                  <a:cubicBezTo>
                    <a:pt x="94" y="19"/>
                    <a:pt x="55" y="39"/>
                    <a:pt x="16" y="58"/>
                  </a:cubicBezTo>
                  <a:cubicBezTo>
                    <a:pt x="16" y="57"/>
                    <a:pt x="-20" y="238"/>
                    <a:pt x="15" y="278"/>
                  </a:cubicBezTo>
                  <a:cubicBezTo>
                    <a:pt x="41" y="308"/>
                    <a:pt x="205" y="284"/>
                    <a:pt x="215" y="246"/>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299" name=""/>
            <p:cNvSpPr/>
            <p:nvPr/>
          </p:nvSpPr>
          <p:spPr>
            <a:xfrm>
              <a:off x="9266400" y="5069160"/>
              <a:ext cx="48240" cy="25560"/>
            </a:xfrm>
            <a:custGeom>
              <a:avLst/>
              <a:gdLst/>
              <a:ahLst/>
              <a:rect l="0" t="0" r="r" b="b"/>
              <a:pathLst>
                <a:path w="134" h="71">
                  <a:moveTo>
                    <a:pt x="18" y="34"/>
                  </a:moveTo>
                  <a:cubicBezTo>
                    <a:pt x="28" y="24"/>
                    <a:pt x="39" y="14"/>
                    <a:pt x="52" y="9"/>
                  </a:cubicBezTo>
                  <a:cubicBezTo>
                    <a:pt x="79" y="-3"/>
                    <a:pt x="109" y="-3"/>
                    <a:pt x="134" y="7"/>
                  </a:cubicBezTo>
                  <a:cubicBezTo>
                    <a:pt x="107" y="7"/>
                    <a:pt x="82" y="9"/>
                    <a:pt x="58" y="21"/>
                  </a:cubicBezTo>
                  <a:cubicBezTo>
                    <a:pt x="46" y="25"/>
                    <a:pt x="35" y="32"/>
                    <a:pt x="25" y="41"/>
                  </a:cubicBezTo>
                  <a:cubicBezTo>
                    <a:pt x="17" y="49"/>
                    <a:pt x="6" y="59"/>
                    <a:pt x="0" y="71"/>
                  </a:cubicBezTo>
                  <a:cubicBezTo>
                    <a:pt x="2" y="57"/>
                    <a:pt x="9" y="44"/>
                    <a:pt x="18" y="3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0" name=""/>
            <p:cNvSpPr/>
            <p:nvPr/>
          </p:nvSpPr>
          <p:spPr>
            <a:xfrm>
              <a:off x="9207000" y="5002200"/>
              <a:ext cx="69480" cy="127800"/>
            </a:xfrm>
            <a:custGeom>
              <a:avLst/>
              <a:gdLst/>
              <a:ahLst/>
              <a:rect l="0" t="0" r="r" b="b"/>
              <a:pathLst>
                <a:path w="193" h="355">
                  <a:moveTo>
                    <a:pt x="154" y="333"/>
                  </a:moveTo>
                  <a:cubicBezTo>
                    <a:pt x="193" y="291"/>
                    <a:pt x="192" y="106"/>
                    <a:pt x="193" y="15"/>
                  </a:cubicBezTo>
                  <a:cubicBezTo>
                    <a:pt x="137" y="10"/>
                    <a:pt x="82" y="5"/>
                    <a:pt x="26" y="0"/>
                  </a:cubicBezTo>
                  <a:cubicBezTo>
                    <a:pt x="25" y="0"/>
                    <a:pt x="-21" y="293"/>
                    <a:pt x="12" y="333"/>
                  </a:cubicBezTo>
                  <a:cubicBezTo>
                    <a:pt x="36" y="363"/>
                    <a:pt x="126" y="362"/>
                    <a:pt x="154" y="33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1" name=""/>
            <p:cNvSpPr/>
            <p:nvPr/>
          </p:nvSpPr>
          <p:spPr>
            <a:xfrm>
              <a:off x="9145440" y="5002200"/>
              <a:ext cx="69840" cy="127800"/>
            </a:xfrm>
            <a:custGeom>
              <a:avLst/>
              <a:gdLst/>
              <a:ahLst/>
              <a:rect l="0" t="0" r="r" b="b"/>
              <a:pathLst>
                <a:path w="194" h="355">
                  <a:moveTo>
                    <a:pt x="39" y="333"/>
                  </a:moveTo>
                  <a:cubicBezTo>
                    <a:pt x="0" y="291"/>
                    <a:pt x="1" y="106"/>
                    <a:pt x="0" y="15"/>
                  </a:cubicBezTo>
                  <a:cubicBezTo>
                    <a:pt x="56" y="10"/>
                    <a:pt x="112" y="5"/>
                    <a:pt x="167" y="0"/>
                  </a:cubicBezTo>
                  <a:cubicBezTo>
                    <a:pt x="172" y="111"/>
                    <a:pt x="215" y="294"/>
                    <a:pt x="182" y="333"/>
                  </a:cubicBezTo>
                  <a:cubicBezTo>
                    <a:pt x="158" y="363"/>
                    <a:pt x="67" y="362"/>
                    <a:pt x="39" y="33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2" name=""/>
            <p:cNvSpPr/>
            <p:nvPr/>
          </p:nvSpPr>
          <p:spPr>
            <a:xfrm>
              <a:off x="9208440" y="5070240"/>
              <a:ext cx="5040" cy="51840"/>
            </a:xfrm>
            <a:custGeom>
              <a:avLst/>
              <a:gdLst/>
              <a:ahLst/>
              <a:rect l="0" t="0" r="r" b="b"/>
              <a:pathLst>
                <a:path w="14" h="144">
                  <a:moveTo>
                    <a:pt x="0" y="71"/>
                  </a:moveTo>
                  <a:cubicBezTo>
                    <a:pt x="0" y="48"/>
                    <a:pt x="2" y="24"/>
                    <a:pt x="7" y="0"/>
                  </a:cubicBezTo>
                  <a:cubicBezTo>
                    <a:pt x="12" y="24"/>
                    <a:pt x="14" y="49"/>
                    <a:pt x="14" y="71"/>
                  </a:cubicBezTo>
                  <a:cubicBezTo>
                    <a:pt x="12" y="96"/>
                    <a:pt x="12" y="120"/>
                    <a:pt x="7" y="144"/>
                  </a:cubicBezTo>
                  <a:cubicBezTo>
                    <a:pt x="2" y="120"/>
                    <a:pt x="0" y="95"/>
                    <a:pt x="0" y="71"/>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3" name=""/>
            <p:cNvSpPr/>
            <p:nvPr/>
          </p:nvSpPr>
          <p:spPr>
            <a:xfrm>
              <a:off x="9158040" y="4997520"/>
              <a:ext cx="106200" cy="104040"/>
            </a:xfrm>
            <a:custGeom>
              <a:avLst/>
              <a:gdLst/>
              <a:ahLst/>
              <a:rect l="0" t="0" r="r" b="b"/>
              <a:pathLst>
                <a:path w="295" h="289">
                  <a:moveTo>
                    <a:pt x="148" y="289"/>
                  </a:moveTo>
                  <a:cubicBezTo>
                    <a:pt x="99" y="238"/>
                    <a:pt x="0" y="212"/>
                    <a:pt x="0" y="136"/>
                  </a:cubicBezTo>
                  <a:cubicBezTo>
                    <a:pt x="0" y="61"/>
                    <a:pt x="66" y="0"/>
                    <a:pt x="148" y="0"/>
                  </a:cubicBezTo>
                  <a:cubicBezTo>
                    <a:pt x="230" y="0"/>
                    <a:pt x="295" y="61"/>
                    <a:pt x="295" y="136"/>
                  </a:cubicBezTo>
                  <a:cubicBezTo>
                    <a:pt x="295" y="212"/>
                    <a:pt x="197" y="238"/>
                    <a:pt x="148" y="28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4" name=""/>
            <p:cNvSpPr/>
            <p:nvPr/>
          </p:nvSpPr>
          <p:spPr>
            <a:xfrm>
              <a:off x="9252360" y="4770000"/>
              <a:ext cx="80280" cy="157680"/>
            </a:xfrm>
            <a:custGeom>
              <a:avLst/>
              <a:gdLst/>
              <a:ahLst/>
              <a:rect l="0" t="0" r="r" b="b"/>
              <a:pathLst>
                <a:path w="223" h="438">
                  <a:moveTo>
                    <a:pt x="20" y="192"/>
                  </a:moveTo>
                  <a:cubicBezTo>
                    <a:pt x="12" y="367"/>
                    <a:pt x="7" y="341"/>
                    <a:pt x="0" y="416"/>
                  </a:cubicBezTo>
                  <a:cubicBezTo>
                    <a:pt x="31" y="423"/>
                    <a:pt x="61" y="431"/>
                    <a:pt x="92" y="438"/>
                  </a:cubicBezTo>
                  <a:cubicBezTo>
                    <a:pt x="130" y="372"/>
                    <a:pt x="87" y="422"/>
                    <a:pt x="206" y="238"/>
                  </a:cubicBezTo>
                  <a:cubicBezTo>
                    <a:pt x="248" y="170"/>
                    <a:pt x="203" y="11"/>
                    <a:pt x="176" y="0"/>
                  </a:cubicBezTo>
                  <a:cubicBezTo>
                    <a:pt x="160" y="-4"/>
                    <a:pt x="23" y="102"/>
                    <a:pt x="20" y="19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5" name=""/>
            <p:cNvSpPr/>
            <p:nvPr/>
          </p:nvSpPr>
          <p:spPr>
            <a:xfrm>
              <a:off x="9258840" y="4801680"/>
              <a:ext cx="57960" cy="124920"/>
            </a:xfrm>
            <a:custGeom>
              <a:avLst/>
              <a:gdLst/>
              <a:ahLst/>
              <a:rect l="0" t="0" r="r" b="b"/>
              <a:pathLst>
                <a:path w="161" h="347">
                  <a:moveTo>
                    <a:pt x="42" y="114"/>
                  </a:moveTo>
                  <a:cubicBezTo>
                    <a:pt x="10" y="284"/>
                    <a:pt x="14" y="259"/>
                    <a:pt x="0" y="332"/>
                  </a:cubicBezTo>
                  <a:cubicBezTo>
                    <a:pt x="20" y="337"/>
                    <a:pt x="41" y="342"/>
                    <a:pt x="61" y="347"/>
                  </a:cubicBezTo>
                  <a:cubicBezTo>
                    <a:pt x="90" y="278"/>
                    <a:pt x="61" y="335"/>
                    <a:pt x="149" y="140"/>
                  </a:cubicBezTo>
                  <a:cubicBezTo>
                    <a:pt x="173" y="90"/>
                    <a:pt x="159" y="9"/>
                    <a:pt x="134" y="0"/>
                  </a:cubicBezTo>
                  <a:cubicBezTo>
                    <a:pt x="118" y="-5"/>
                    <a:pt x="54" y="44"/>
                    <a:pt x="42" y="11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6" name=""/>
            <p:cNvSpPr/>
            <p:nvPr/>
          </p:nvSpPr>
          <p:spPr>
            <a:xfrm>
              <a:off x="9089640" y="4770000"/>
              <a:ext cx="80280" cy="157680"/>
            </a:xfrm>
            <a:custGeom>
              <a:avLst/>
              <a:gdLst/>
              <a:ahLst/>
              <a:rect l="0" t="0" r="r" b="b"/>
              <a:pathLst>
                <a:path w="223" h="438">
                  <a:moveTo>
                    <a:pt x="203" y="192"/>
                  </a:moveTo>
                  <a:cubicBezTo>
                    <a:pt x="211" y="367"/>
                    <a:pt x="216" y="341"/>
                    <a:pt x="223" y="416"/>
                  </a:cubicBezTo>
                  <a:cubicBezTo>
                    <a:pt x="192" y="423"/>
                    <a:pt x="162" y="431"/>
                    <a:pt x="131" y="438"/>
                  </a:cubicBezTo>
                  <a:cubicBezTo>
                    <a:pt x="94" y="372"/>
                    <a:pt x="136" y="422"/>
                    <a:pt x="18" y="238"/>
                  </a:cubicBezTo>
                  <a:cubicBezTo>
                    <a:pt x="-26" y="170"/>
                    <a:pt x="22" y="11"/>
                    <a:pt x="47" y="0"/>
                  </a:cubicBezTo>
                  <a:cubicBezTo>
                    <a:pt x="64" y="-4"/>
                    <a:pt x="200" y="102"/>
                    <a:pt x="203" y="19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7" name=""/>
            <p:cNvSpPr/>
            <p:nvPr/>
          </p:nvSpPr>
          <p:spPr>
            <a:xfrm>
              <a:off x="9105120" y="4801680"/>
              <a:ext cx="58320" cy="125640"/>
            </a:xfrm>
            <a:custGeom>
              <a:avLst/>
              <a:gdLst/>
              <a:ahLst/>
              <a:rect l="0" t="0" r="r" b="b"/>
              <a:pathLst>
                <a:path w="162" h="349">
                  <a:moveTo>
                    <a:pt x="121" y="114"/>
                  </a:moveTo>
                  <a:cubicBezTo>
                    <a:pt x="152" y="284"/>
                    <a:pt x="148" y="259"/>
                    <a:pt x="162" y="332"/>
                  </a:cubicBezTo>
                  <a:cubicBezTo>
                    <a:pt x="142" y="337"/>
                    <a:pt x="123" y="343"/>
                    <a:pt x="103" y="349"/>
                  </a:cubicBezTo>
                  <a:cubicBezTo>
                    <a:pt x="73" y="280"/>
                    <a:pt x="103" y="337"/>
                    <a:pt x="13" y="142"/>
                  </a:cubicBezTo>
                  <a:cubicBezTo>
                    <a:pt x="-11" y="90"/>
                    <a:pt x="1" y="9"/>
                    <a:pt x="28" y="0"/>
                  </a:cubicBezTo>
                  <a:cubicBezTo>
                    <a:pt x="44" y="-5"/>
                    <a:pt x="107" y="44"/>
                    <a:pt x="121" y="11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8" name=""/>
            <p:cNvSpPr/>
            <p:nvPr/>
          </p:nvSpPr>
          <p:spPr>
            <a:xfrm>
              <a:off x="9102960" y="4866120"/>
              <a:ext cx="216360" cy="192240"/>
            </a:xfrm>
            <a:custGeom>
              <a:avLst/>
              <a:gdLst/>
              <a:ahLst/>
              <a:rect l="0" t="0" r="r" b="b"/>
              <a:pathLst>
                <a:path w="601" h="534">
                  <a:moveTo>
                    <a:pt x="301" y="0"/>
                  </a:moveTo>
                  <a:cubicBezTo>
                    <a:pt x="466" y="0"/>
                    <a:pt x="542" y="71"/>
                    <a:pt x="542" y="171"/>
                  </a:cubicBezTo>
                  <a:cubicBezTo>
                    <a:pt x="542" y="254"/>
                    <a:pt x="666" y="378"/>
                    <a:pt x="555" y="459"/>
                  </a:cubicBezTo>
                  <a:cubicBezTo>
                    <a:pt x="500" y="499"/>
                    <a:pt x="409" y="534"/>
                    <a:pt x="301" y="534"/>
                  </a:cubicBezTo>
                  <a:cubicBezTo>
                    <a:pt x="193" y="534"/>
                    <a:pt x="101" y="499"/>
                    <a:pt x="46" y="459"/>
                  </a:cubicBezTo>
                  <a:cubicBezTo>
                    <a:pt x="-65" y="376"/>
                    <a:pt x="59" y="254"/>
                    <a:pt x="59" y="171"/>
                  </a:cubicBezTo>
                  <a:cubicBezTo>
                    <a:pt x="59" y="71"/>
                    <a:pt x="134" y="0"/>
                    <a:pt x="301"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09" name=""/>
            <p:cNvSpPr/>
            <p:nvPr/>
          </p:nvSpPr>
          <p:spPr>
            <a:xfrm>
              <a:off x="9115920" y="4892400"/>
              <a:ext cx="189000" cy="159480"/>
            </a:xfrm>
            <a:custGeom>
              <a:avLst/>
              <a:gdLst/>
              <a:ahLst/>
              <a:rect l="0" t="0" r="r" b="b"/>
              <a:pathLst>
                <a:path w="525" h="443">
                  <a:moveTo>
                    <a:pt x="286" y="15"/>
                  </a:moveTo>
                  <a:cubicBezTo>
                    <a:pt x="271" y="-5"/>
                    <a:pt x="257" y="-5"/>
                    <a:pt x="244" y="15"/>
                  </a:cubicBezTo>
                  <a:cubicBezTo>
                    <a:pt x="208" y="60"/>
                    <a:pt x="155" y="156"/>
                    <a:pt x="151" y="236"/>
                  </a:cubicBezTo>
                  <a:cubicBezTo>
                    <a:pt x="89" y="228"/>
                    <a:pt x="19" y="231"/>
                    <a:pt x="4" y="265"/>
                  </a:cubicBezTo>
                  <a:cubicBezTo>
                    <a:pt x="-24" y="331"/>
                    <a:pt x="107" y="443"/>
                    <a:pt x="263" y="443"/>
                  </a:cubicBezTo>
                  <a:cubicBezTo>
                    <a:pt x="420" y="443"/>
                    <a:pt x="549" y="331"/>
                    <a:pt x="522" y="265"/>
                  </a:cubicBezTo>
                  <a:cubicBezTo>
                    <a:pt x="510" y="231"/>
                    <a:pt x="439" y="228"/>
                    <a:pt x="378" y="236"/>
                  </a:cubicBezTo>
                  <a:cubicBezTo>
                    <a:pt x="375" y="156"/>
                    <a:pt x="320" y="60"/>
                    <a:pt x="286" y="1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0" name=""/>
            <p:cNvSpPr/>
            <p:nvPr/>
          </p:nvSpPr>
          <p:spPr>
            <a:xfrm>
              <a:off x="9166320" y="5006520"/>
              <a:ext cx="89280" cy="32760"/>
            </a:xfrm>
            <a:custGeom>
              <a:avLst/>
              <a:gdLst/>
              <a:ahLst/>
              <a:rect l="0" t="0" r="r" b="b"/>
              <a:pathLst>
                <a:path w="248" h="91">
                  <a:moveTo>
                    <a:pt x="198" y="32"/>
                  </a:moveTo>
                  <a:cubicBezTo>
                    <a:pt x="180" y="34"/>
                    <a:pt x="160" y="29"/>
                    <a:pt x="146" y="19"/>
                  </a:cubicBezTo>
                  <a:cubicBezTo>
                    <a:pt x="137" y="14"/>
                    <a:pt x="131" y="8"/>
                    <a:pt x="124" y="0"/>
                  </a:cubicBezTo>
                  <a:cubicBezTo>
                    <a:pt x="119" y="8"/>
                    <a:pt x="111" y="14"/>
                    <a:pt x="103" y="19"/>
                  </a:cubicBezTo>
                  <a:cubicBezTo>
                    <a:pt x="86" y="29"/>
                    <a:pt x="68" y="35"/>
                    <a:pt x="50" y="32"/>
                  </a:cubicBezTo>
                  <a:cubicBezTo>
                    <a:pt x="32" y="32"/>
                    <a:pt x="15" y="26"/>
                    <a:pt x="1" y="14"/>
                  </a:cubicBezTo>
                  <a:cubicBezTo>
                    <a:pt x="-7" y="8"/>
                    <a:pt x="36" y="91"/>
                    <a:pt x="124" y="91"/>
                  </a:cubicBezTo>
                  <a:cubicBezTo>
                    <a:pt x="213" y="91"/>
                    <a:pt x="256" y="8"/>
                    <a:pt x="247" y="14"/>
                  </a:cubicBezTo>
                  <a:cubicBezTo>
                    <a:pt x="234" y="25"/>
                    <a:pt x="216" y="31"/>
                    <a:pt x="198" y="3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1" name=""/>
            <p:cNvSpPr/>
            <p:nvPr/>
          </p:nvSpPr>
          <p:spPr>
            <a:xfrm>
              <a:off x="9234720" y="4915800"/>
              <a:ext cx="52560" cy="63000"/>
            </a:xfrm>
            <a:custGeom>
              <a:avLst/>
              <a:gdLst/>
              <a:ahLst/>
              <a:rect l="0" t="0" r="r" b="b"/>
              <a:pathLst>
                <a:path w="146" h="175">
                  <a:moveTo>
                    <a:pt x="50" y="5"/>
                  </a:moveTo>
                  <a:cubicBezTo>
                    <a:pt x="99" y="-16"/>
                    <a:pt x="133" y="33"/>
                    <a:pt x="140" y="60"/>
                  </a:cubicBezTo>
                  <a:cubicBezTo>
                    <a:pt x="154" y="100"/>
                    <a:pt x="137" y="145"/>
                    <a:pt x="133" y="154"/>
                  </a:cubicBezTo>
                  <a:cubicBezTo>
                    <a:pt x="129" y="162"/>
                    <a:pt x="93" y="193"/>
                    <a:pt x="12" y="163"/>
                  </a:cubicBezTo>
                  <a:cubicBezTo>
                    <a:pt x="14" y="163"/>
                    <a:pt x="-7" y="119"/>
                    <a:pt x="2" y="76"/>
                  </a:cubicBezTo>
                  <a:cubicBezTo>
                    <a:pt x="18" y="53"/>
                    <a:pt x="8" y="21"/>
                    <a:pt x="50" y="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2" name=""/>
            <p:cNvSpPr/>
            <p:nvPr/>
          </p:nvSpPr>
          <p:spPr>
            <a:xfrm>
              <a:off x="9235800" y="4912920"/>
              <a:ext cx="54720" cy="68040"/>
            </a:xfrm>
            <a:custGeom>
              <a:avLst/>
              <a:gdLst/>
              <a:ahLst/>
              <a:rect l="0" t="0" r="r" b="b"/>
              <a:pathLst>
                <a:path w="152" h="189">
                  <a:moveTo>
                    <a:pt x="18" y="29"/>
                  </a:moveTo>
                  <a:cubicBezTo>
                    <a:pt x="25" y="21"/>
                    <a:pt x="31" y="14"/>
                    <a:pt x="39" y="9"/>
                  </a:cubicBezTo>
                  <a:cubicBezTo>
                    <a:pt x="43" y="6"/>
                    <a:pt x="48" y="4"/>
                    <a:pt x="52" y="3"/>
                  </a:cubicBezTo>
                  <a:cubicBezTo>
                    <a:pt x="58" y="1"/>
                    <a:pt x="63" y="0"/>
                    <a:pt x="67" y="0"/>
                  </a:cubicBezTo>
                  <a:cubicBezTo>
                    <a:pt x="87" y="-4"/>
                    <a:pt x="107" y="6"/>
                    <a:pt x="120" y="19"/>
                  </a:cubicBezTo>
                  <a:cubicBezTo>
                    <a:pt x="133" y="32"/>
                    <a:pt x="144" y="51"/>
                    <a:pt x="149" y="71"/>
                  </a:cubicBezTo>
                  <a:cubicBezTo>
                    <a:pt x="154" y="91"/>
                    <a:pt x="152" y="112"/>
                    <a:pt x="148" y="133"/>
                  </a:cubicBezTo>
                  <a:cubicBezTo>
                    <a:pt x="146" y="142"/>
                    <a:pt x="143" y="152"/>
                    <a:pt x="137" y="161"/>
                  </a:cubicBezTo>
                  <a:cubicBezTo>
                    <a:pt x="137" y="162"/>
                    <a:pt x="137" y="163"/>
                    <a:pt x="136" y="164"/>
                  </a:cubicBezTo>
                  <a:cubicBezTo>
                    <a:pt x="136" y="166"/>
                    <a:pt x="136" y="168"/>
                    <a:pt x="136" y="170"/>
                  </a:cubicBezTo>
                  <a:cubicBezTo>
                    <a:pt x="136" y="170"/>
                    <a:pt x="135" y="170"/>
                    <a:pt x="134" y="171"/>
                  </a:cubicBezTo>
                  <a:cubicBezTo>
                    <a:pt x="133" y="173"/>
                    <a:pt x="131" y="174"/>
                    <a:pt x="128" y="176"/>
                  </a:cubicBezTo>
                  <a:cubicBezTo>
                    <a:pt x="124" y="179"/>
                    <a:pt x="120" y="180"/>
                    <a:pt x="115" y="183"/>
                  </a:cubicBezTo>
                  <a:cubicBezTo>
                    <a:pt x="97" y="189"/>
                    <a:pt x="79" y="189"/>
                    <a:pt x="61" y="187"/>
                  </a:cubicBezTo>
                  <a:cubicBezTo>
                    <a:pt x="43" y="184"/>
                    <a:pt x="27" y="179"/>
                    <a:pt x="10" y="171"/>
                  </a:cubicBezTo>
                  <a:cubicBezTo>
                    <a:pt x="27" y="174"/>
                    <a:pt x="44" y="179"/>
                    <a:pt x="61" y="179"/>
                  </a:cubicBezTo>
                  <a:cubicBezTo>
                    <a:pt x="77" y="179"/>
                    <a:pt x="95" y="177"/>
                    <a:pt x="110" y="171"/>
                  </a:cubicBezTo>
                  <a:cubicBezTo>
                    <a:pt x="113" y="170"/>
                    <a:pt x="116" y="167"/>
                    <a:pt x="120" y="164"/>
                  </a:cubicBezTo>
                  <a:cubicBezTo>
                    <a:pt x="122" y="162"/>
                    <a:pt x="124" y="162"/>
                    <a:pt x="124" y="161"/>
                  </a:cubicBezTo>
                  <a:cubicBezTo>
                    <a:pt x="124" y="160"/>
                    <a:pt x="124" y="159"/>
                    <a:pt x="125" y="158"/>
                  </a:cubicBezTo>
                  <a:cubicBezTo>
                    <a:pt x="128" y="149"/>
                    <a:pt x="130" y="140"/>
                    <a:pt x="133" y="133"/>
                  </a:cubicBezTo>
                  <a:cubicBezTo>
                    <a:pt x="136" y="114"/>
                    <a:pt x="137" y="96"/>
                    <a:pt x="133" y="79"/>
                  </a:cubicBezTo>
                  <a:cubicBezTo>
                    <a:pt x="130" y="62"/>
                    <a:pt x="120" y="47"/>
                    <a:pt x="109" y="35"/>
                  </a:cubicBezTo>
                  <a:cubicBezTo>
                    <a:pt x="97" y="25"/>
                    <a:pt x="82" y="16"/>
                    <a:pt x="67" y="18"/>
                  </a:cubicBezTo>
                  <a:cubicBezTo>
                    <a:pt x="64" y="18"/>
                    <a:pt x="60" y="17"/>
                    <a:pt x="56" y="19"/>
                  </a:cubicBezTo>
                  <a:cubicBezTo>
                    <a:pt x="53" y="21"/>
                    <a:pt x="48" y="21"/>
                    <a:pt x="45" y="22"/>
                  </a:cubicBezTo>
                  <a:cubicBezTo>
                    <a:pt x="36" y="26"/>
                    <a:pt x="30" y="31"/>
                    <a:pt x="25" y="38"/>
                  </a:cubicBezTo>
                  <a:cubicBezTo>
                    <a:pt x="14" y="47"/>
                    <a:pt x="5" y="65"/>
                    <a:pt x="0" y="84"/>
                  </a:cubicBezTo>
                  <a:cubicBezTo>
                    <a:pt x="0" y="65"/>
                    <a:pt x="6" y="46"/>
                    <a:pt x="18" y="29"/>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3" name=""/>
            <p:cNvSpPr/>
            <p:nvPr/>
          </p:nvSpPr>
          <p:spPr>
            <a:xfrm>
              <a:off x="9243000" y="4930920"/>
              <a:ext cx="30600" cy="38160"/>
            </a:xfrm>
            <a:custGeom>
              <a:avLst/>
              <a:gdLst/>
              <a:ahLst/>
              <a:rect l="0" t="0" r="r" b="b"/>
              <a:pathLst>
                <a:path w="85" h="106">
                  <a:moveTo>
                    <a:pt x="85" y="53"/>
                  </a:moveTo>
                  <a:cubicBezTo>
                    <a:pt x="85" y="63"/>
                    <a:pt x="83" y="72"/>
                    <a:pt x="79" y="80"/>
                  </a:cubicBezTo>
                  <a:cubicBezTo>
                    <a:pt x="75" y="88"/>
                    <a:pt x="70" y="95"/>
                    <a:pt x="64" y="100"/>
                  </a:cubicBezTo>
                  <a:cubicBezTo>
                    <a:pt x="58" y="104"/>
                    <a:pt x="50" y="106"/>
                    <a:pt x="43" y="106"/>
                  </a:cubicBezTo>
                  <a:cubicBezTo>
                    <a:pt x="35" y="106"/>
                    <a:pt x="28" y="104"/>
                    <a:pt x="21" y="100"/>
                  </a:cubicBezTo>
                  <a:cubicBezTo>
                    <a:pt x="15" y="95"/>
                    <a:pt x="9" y="88"/>
                    <a:pt x="5" y="80"/>
                  </a:cubicBezTo>
                  <a:cubicBezTo>
                    <a:pt x="2" y="72"/>
                    <a:pt x="0" y="63"/>
                    <a:pt x="0" y="53"/>
                  </a:cubicBezTo>
                  <a:cubicBezTo>
                    <a:pt x="0" y="43"/>
                    <a:pt x="2" y="35"/>
                    <a:pt x="5" y="26"/>
                  </a:cubicBezTo>
                  <a:cubicBezTo>
                    <a:pt x="10" y="18"/>
                    <a:pt x="15" y="11"/>
                    <a:pt x="21" y="6"/>
                  </a:cubicBezTo>
                  <a:cubicBezTo>
                    <a:pt x="28" y="2"/>
                    <a:pt x="35" y="0"/>
                    <a:pt x="43" y="0"/>
                  </a:cubicBezTo>
                  <a:cubicBezTo>
                    <a:pt x="50" y="0"/>
                    <a:pt x="58" y="2"/>
                    <a:pt x="64" y="6"/>
                  </a:cubicBezTo>
                  <a:cubicBezTo>
                    <a:pt x="70" y="11"/>
                    <a:pt x="76" y="18"/>
                    <a:pt x="79" y="26"/>
                  </a:cubicBezTo>
                  <a:cubicBezTo>
                    <a:pt x="83" y="35"/>
                    <a:pt x="85" y="43"/>
                    <a:pt x="85" y="5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4" name=""/>
            <p:cNvSpPr/>
            <p:nvPr/>
          </p:nvSpPr>
          <p:spPr>
            <a:xfrm>
              <a:off x="9135000" y="4915800"/>
              <a:ext cx="52200" cy="63000"/>
            </a:xfrm>
            <a:custGeom>
              <a:avLst/>
              <a:gdLst/>
              <a:ahLst/>
              <a:rect l="0" t="0" r="r" b="b"/>
              <a:pathLst>
                <a:path w="145" h="175">
                  <a:moveTo>
                    <a:pt x="95" y="5"/>
                  </a:moveTo>
                  <a:cubicBezTo>
                    <a:pt x="46" y="-16"/>
                    <a:pt x="13" y="33"/>
                    <a:pt x="5" y="60"/>
                  </a:cubicBezTo>
                  <a:cubicBezTo>
                    <a:pt x="-8" y="100"/>
                    <a:pt x="8" y="145"/>
                    <a:pt x="13" y="154"/>
                  </a:cubicBezTo>
                  <a:cubicBezTo>
                    <a:pt x="17" y="162"/>
                    <a:pt x="52" y="193"/>
                    <a:pt x="133" y="163"/>
                  </a:cubicBezTo>
                  <a:cubicBezTo>
                    <a:pt x="131" y="163"/>
                    <a:pt x="151" y="119"/>
                    <a:pt x="143" y="76"/>
                  </a:cubicBezTo>
                  <a:cubicBezTo>
                    <a:pt x="127" y="53"/>
                    <a:pt x="138" y="21"/>
                    <a:pt x="95" y="5"/>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5" name=""/>
            <p:cNvSpPr/>
            <p:nvPr/>
          </p:nvSpPr>
          <p:spPr>
            <a:xfrm>
              <a:off x="9131040" y="4913280"/>
              <a:ext cx="55440" cy="67320"/>
            </a:xfrm>
            <a:custGeom>
              <a:avLst/>
              <a:gdLst/>
              <a:ahLst/>
              <a:rect l="0" t="0" r="r" b="b"/>
              <a:pathLst>
                <a:path w="154" h="187">
                  <a:moveTo>
                    <a:pt x="129" y="34"/>
                  </a:moveTo>
                  <a:cubicBezTo>
                    <a:pt x="123" y="28"/>
                    <a:pt x="116" y="23"/>
                    <a:pt x="109" y="20"/>
                  </a:cubicBezTo>
                  <a:cubicBezTo>
                    <a:pt x="106" y="18"/>
                    <a:pt x="101" y="17"/>
                    <a:pt x="98" y="17"/>
                  </a:cubicBezTo>
                  <a:cubicBezTo>
                    <a:pt x="95" y="15"/>
                    <a:pt x="90" y="15"/>
                    <a:pt x="86" y="15"/>
                  </a:cubicBezTo>
                  <a:cubicBezTo>
                    <a:pt x="71" y="15"/>
                    <a:pt x="55" y="21"/>
                    <a:pt x="45" y="33"/>
                  </a:cubicBezTo>
                  <a:cubicBezTo>
                    <a:pt x="34" y="45"/>
                    <a:pt x="23" y="61"/>
                    <a:pt x="20" y="76"/>
                  </a:cubicBezTo>
                  <a:cubicBezTo>
                    <a:pt x="17" y="93"/>
                    <a:pt x="17" y="111"/>
                    <a:pt x="20" y="130"/>
                  </a:cubicBezTo>
                  <a:cubicBezTo>
                    <a:pt x="22" y="138"/>
                    <a:pt x="26" y="148"/>
                    <a:pt x="29" y="154"/>
                  </a:cubicBezTo>
                  <a:cubicBezTo>
                    <a:pt x="30" y="155"/>
                    <a:pt x="30" y="157"/>
                    <a:pt x="31" y="158"/>
                  </a:cubicBezTo>
                  <a:cubicBezTo>
                    <a:pt x="32" y="160"/>
                    <a:pt x="34" y="160"/>
                    <a:pt x="34" y="161"/>
                  </a:cubicBezTo>
                  <a:cubicBezTo>
                    <a:pt x="37" y="163"/>
                    <a:pt x="41" y="166"/>
                    <a:pt x="44" y="168"/>
                  </a:cubicBezTo>
                  <a:cubicBezTo>
                    <a:pt x="59" y="175"/>
                    <a:pt x="75" y="178"/>
                    <a:pt x="93" y="176"/>
                  </a:cubicBezTo>
                  <a:cubicBezTo>
                    <a:pt x="109" y="176"/>
                    <a:pt x="127" y="173"/>
                    <a:pt x="144" y="168"/>
                  </a:cubicBezTo>
                  <a:cubicBezTo>
                    <a:pt x="127" y="176"/>
                    <a:pt x="111" y="181"/>
                    <a:pt x="93" y="185"/>
                  </a:cubicBezTo>
                  <a:cubicBezTo>
                    <a:pt x="75" y="188"/>
                    <a:pt x="57" y="186"/>
                    <a:pt x="38" y="179"/>
                  </a:cubicBezTo>
                  <a:cubicBezTo>
                    <a:pt x="34" y="178"/>
                    <a:pt x="31" y="176"/>
                    <a:pt x="26" y="173"/>
                  </a:cubicBezTo>
                  <a:cubicBezTo>
                    <a:pt x="23" y="172"/>
                    <a:pt x="20" y="170"/>
                    <a:pt x="19" y="168"/>
                  </a:cubicBezTo>
                  <a:cubicBezTo>
                    <a:pt x="19" y="168"/>
                    <a:pt x="18" y="167"/>
                    <a:pt x="17" y="166"/>
                  </a:cubicBezTo>
                  <a:cubicBezTo>
                    <a:pt x="17" y="166"/>
                    <a:pt x="16" y="165"/>
                    <a:pt x="16" y="164"/>
                  </a:cubicBezTo>
                  <a:lnTo>
                    <a:pt x="16" y="163"/>
                  </a:lnTo>
                  <a:cubicBezTo>
                    <a:pt x="15" y="162"/>
                    <a:pt x="15" y="162"/>
                    <a:pt x="14" y="161"/>
                  </a:cubicBezTo>
                  <a:cubicBezTo>
                    <a:pt x="11" y="151"/>
                    <a:pt x="8" y="142"/>
                    <a:pt x="4" y="133"/>
                  </a:cubicBezTo>
                  <a:cubicBezTo>
                    <a:pt x="-1" y="113"/>
                    <a:pt x="-1" y="93"/>
                    <a:pt x="2" y="71"/>
                  </a:cubicBezTo>
                  <a:cubicBezTo>
                    <a:pt x="8" y="52"/>
                    <a:pt x="19" y="33"/>
                    <a:pt x="32" y="20"/>
                  </a:cubicBezTo>
                  <a:cubicBezTo>
                    <a:pt x="47" y="6"/>
                    <a:pt x="65" y="-4"/>
                    <a:pt x="84" y="0"/>
                  </a:cubicBezTo>
                  <a:cubicBezTo>
                    <a:pt x="90" y="0"/>
                    <a:pt x="95" y="2"/>
                    <a:pt x="99" y="3"/>
                  </a:cubicBezTo>
                  <a:cubicBezTo>
                    <a:pt x="104" y="5"/>
                    <a:pt x="108" y="6"/>
                    <a:pt x="113" y="9"/>
                  </a:cubicBezTo>
                  <a:cubicBezTo>
                    <a:pt x="120" y="15"/>
                    <a:pt x="127" y="21"/>
                    <a:pt x="134" y="30"/>
                  </a:cubicBezTo>
                  <a:cubicBezTo>
                    <a:pt x="145" y="43"/>
                    <a:pt x="151" y="63"/>
                    <a:pt x="154" y="83"/>
                  </a:cubicBezTo>
                  <a:cubicBezTo>
                    <a:pt x="148" y="65"/>
                    <a:pt x="142" y="46"/>
                    <a:pt x="129" y="34"/>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6" name=""/>
            <p:cNvSpPr/>
            <p:nvPr/>
          </p:nvSpPr>
          <p:spPr>
            <a:xfrm>
              <a:off x="9147960" y="4930920"/>
              <a:ext cx="30600" cy="38160"/>
            </a:xfrm>
            <a:custGeom>
              <a:avLst/>
              <a:gdLst/>
              <a:ahLst/>
              <a:rect l="0" t="0" r="r" b="b"/>
              <a:pathLst>
                <a:path w="85" h="106">
                  <a:moveTo>
                    <a:pt x="85" y="53"/>
                  </a:moveTo>
                  <a:cubicBezTo>
                    <a:pt x="85" y="63"/>
                    <a:pt x="84" y="72"/>
                    <a:pt x="80" y="80"/>
                  </a:cubicBezTo>
                  <a:cubicBezTo>
                    <a:pt x="76" y="88"/>
                    <a:pt x="70" y="95"/>
                    <a:pt x="64" y="100"/>
                  </a:cubicBezTo>
                  <a:cubicBezTo>
                    <a:pt x="58" y="104"/>
                    <a:pt x="50" y="106"/>
                    <a:pt x="43" y="106"/>
                  </a:cubicBezTo>
                  <a:cubicBezTo>
                    <a:pt x="35" y="106"/>
                    <a:pt x="28" y="104"/>
                    <a:pt x="21" y="100"/>
                  </a:cubicBezTo>
                  <a:cubicBezTo>
                    <a:pt x="15" y="95"/>
                    <a:pt x="9" y="88"/>
                    <a:pt x="5" y="80"/>
                  </a:cubicBezTo>
                  <a:cubicBezTo>
                    <a:pt x="2" y="72"/>
                    <a:pt x="0" y="63"/>
                    <a:pt x="0" y="53"/>
                  </a:cubicBezTo>
                  <a:cubicBezTo>
                    <a:pt x="0" y="43"/>
                    <a:pt x="2" y="35"/>
                    <a:pt x="5" y="26"/>
                  </a:cubicBezTo>
                  <a:cubicBezTo>
                    <a:pt x="10" y="18"/>
                    <a:pt x="15" y="11"/>
                    <a:pt x="21" y="6"/>
                  </a:cubicBezTo>
                  <a:cubicBezTo>
                    <a:pt x="28" y="2"/>
                    <a:pt x="35" y="0"/>
                    <a:pt x="43" y="0"/>
                  </a:cubicBezTo>
                  <a:cubicBezTo>
                    <a:pt x="50" y="0"/>
                    <a:pt x="58" y="2"/>
                    <a:pt x="64" y="6"/>
                  </a:cubicBezTo>
                  <a:cubicBezTo>
                    <a:pt x="70" y="11"/>
                    <a:pt x="76" y="18"/>
                    <a:pt x="80" y="26"/>
                  </a:cubicBezTo>
                  <a:cubicBezTo>
                    <a:pt x="83" y="35"/>
                    <a:pt x="85" y="43"/>
                    <a:pt x="85" y="53"/>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7" name=""/>
            <p:cNvSpPr/>
            <p:nvPr/>
          </p:nvSpPr>
          <p:spPr>
            <a:xfrm>
              <a:off x="9195120" y="4998600"/>
              <a:ext cx="31320" cy="26280"/>
            </a:xfrm>
            <a:custGeom>
              <a:avLst/>
              <a:gdLst/>
              <a:ahLst/>
              <a:rect l="0" t="0" r="r" b="b"/>
              <a:pathLst>
                <a:path w="87" h="73">
                  <a:moveTo>
                    <a:pt x="0" y="0"/>
                  </a:moveTo>
                  <a:cubicBezTo>
                    <a:pt x="29" y="0"/>
                    <a:pt x="58" y="0"/>
                    <a:pt x="87" y="0"/>
                  </a:cubicBezTo>
                  <a:cubicBezTo>
                    <a:pt x="87" y="24"/>
                    <a:pt x="87" y="48"/>
                    <a:pt x="87" y="73"/>
                  </a:cubicBezTo>
                  <a:cubicBezTo>
                    <a:pt x="58" y="73"/>
                    <a:pt x="29" y="73"/>
                    <a:pt x="0" y="73"/>
                  </a:cubicBezTo>
                  <a:cubicBezTo>
                    <a:pt x="0" y="48"/>
                    <a:pt x="0" y="24"/>
                    <a:pt x="0"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8" name=""/>
            <p:cNvSpPr/>
            <p:nvPr/>
          </p:nvSpPr>
          <p:spPr>
            <a:xfrm>
              <a:off x="9151200" y="4976640"/>
              <a:ext cx="118080" cy="42480"/>
            </a:xfrm>
            <a:custGeom>
              <a:avLst/>
              <a:gdLst/>
              <a:ahLst/>
              <a:rect l="0" t="0" r="r" b="b"/>
              <a:pathLst>
                <a:path w="328" h="118">
                  <a:moveTo>
                    <a:pt x="248" y="102"/>
                  </a:moveTo>
                  <a:cubicBezTo>
                    <a:pt x="231" y="100"/>
                    <a:pt x="215" y="96"/>
                    <a:pt x="201" y="88"/>
                  </a:cubicBezTo>
                  <a:cubicBezTo>
                    <a:pt x="188" y="80"/>
                    <a:pt x="179" y="68"/>
                    <a:pt x="177" y="56"/>
                  </a:cubicBezTo>
                  <a:cubicBezTo>
                    <a:pt x="173" y="38"/>
                    <a:pt x="170" y="19"/>
                    <a:pt x="166" y="0"/>
                  </a:cubicBezTo>
                  <a:cubicBezTo>
                    <a:pt x="162" y="19"/>
                    <a:pt x="158" y="38"/>
                    <a:pt x="155" y="56"/>
                  </a:cubicBezTo>
                  <a:cubicBezTo>
                    <a:pt x="151" y="69"/>
                    <a:pt x="143" y="80"/>
                    <a:pt x="130" y="88"/>
                  </a:cubicBezTo>
                  <a:cubicBezTo>
                    <a:pt x="117" y="96"/>
                    <a:pt x="100" y="102"/>
                    <a:pt x="84" y="102"/>
                  </a:cubicBezTo>
                  <a:cubicBezTo>
                    <a:pt x="66" y="102"/>
                    <a:pt x="49" y="100"/>
                    <a:pt x="35" y="91"/>
                  </a:cubicBezTo>
                  <a:cubicBezTo>
                    <a:pt x="20" y="84"/>
                    <a:pt x="6" y="73"/>
                    <a:pt x="0" y="58"/>
                  </a:cubicBezTo>
                  <a:cubicBezTo>
                    <a:pt x="2" y="75"/>
                    <a:pt x="12" y="90"/>
                    <a:pt x="27" y="100"/>
                  </a:cubicBezTo>
                  <a:cubicBezTo>
                    <a:pt x="42" y="109"/>
                    <a:pt x="63" y="116"/>
                    <a:pt x="82" y="118"/>
                  </a:cubicBezTo>
                  <a:cubicBezTo>
                    <a:pt x="103" y="119"/>
                    <a:pt x="124" y="115"/>
                    <a:pt x="142" y="105"/>
                  </a:cubicBezTo>
                  <a:cubicBezTo>
                    <a:pt x="151" y="100"/>
                    <a:pt x="158" y="93"/>
                    <a:pt x="164" y="84"/>
                  </a:cubicBezTo>
                  <a:cubicBezTo>
                    <a:pt x="171" y="93"/>
                    <a:pt x="179" y="100"/>
                    <a:pt x="188" y="105"/>
                  </a:cubicBezTo>
                  <a:cubicBezTo>
                    <a:pt x="206" y="115"/>
                    <a:pt x="227" y="119"/>
                    <a:pt x="246" y="118"/>
                  </a:cubicBezTo>
                  <a:cubicBezTo>
                    <a:pt x="265" y="118"/>
                    <a:pt x="287" y="111"/>
                    <a:pt x="302" y="100"/>
                  </a:cubicBezTo>
                  <a:cubicBezTo>
                    <a:pt x="317" y="90"/>
                    <a:pt x="328" y="73"/>
                    <a:pt x="328" y="58"/>
                  </a:cubicBezTo>
                  <a:cubicBezTo>
                    <a:pt x="325" y="71"/>
                    <a:pt x="312" y="83"/>
                    <a:pt x="297" y="91"/>
                  </a:cubicBezTo>
                  <a:cubicBezTo>
                    <a:pt x="282" y="97"/>
                    <a:pt x="264" y="102"/>
                    <a:pt x="248" y="102"/>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sp>
          <p:nvSpPr>
            <p:cNvPr id="319" name=""/>
            <p:cNvSpPr/>
            <p:nvPr/>
          </p:nvSpPr>
          <p:spPr>
            <a:xfrm>
              <a:off x="9187920" y="4968720"/>
              <a:ext cx="45000" cy="21600"/>
            </a:xfrm>
            <a:custGeom>
              <a:avLst/>
              <a:gdLst/>
              <a:ahLst/>
              <a:rect l="0" t="0" r="r" b="b"/>
              <a:pathLst>
                <a:path w="125" h="60">
                  <a:moveTo>
                    <a:pt x="62" y="0"/>
                  </a:moveTo>
                  <a:cubicBezTo>
                    <a:pt x="51" y="0"/>
                    <a:pt x="16" y="0"/>
                    <a:pt x="4" y="10"/>
                  </a:cubicBezTo>
                  <a:cubicBezTo>
                    <a:pt x="-5" y="16"/>
                    <a:pt x="2" y="32"/>
                    <a:pt x="23" y="48"/>
                  </a:cubicBezTo>
                  <a:cubicBezTo>
                    <a:pt x="38" y="58"/>
                    <a:pt x="51" y="60"/>
                    <a:pt x="61" y="60"/>
                  </a:cubicBezTo>
                  <a:cubicBezTo>
                    <a:pt x="72" y="60"/>
                    <a:pt x="86" y="56"/>
                    <a:pt x="99" y="48"/>
                  </a:cubicBezTo>
                  <a:cubicBezTo>
                    <a:pt x="125" y="32"/>
                    <a:pt x="129" y="16"/>
                    <a:pt x="121" y="10"/>
                  </a:cubicBezTo>
                  <a:cubicBezTo>
                    <a:pt x="110" y="0"/>
                    <a:pt x="74" y="0"/>
                    <a:pt x="62" y="0"/>
                  </a:cubicBezTo>
                  <a:close/>
                </a:path>
              </a:pathLst>
            </a:custGeom>
            <a:solidFill>
              <a:srgbClr val="74b531"/>
            </a:solidFill>
            <a:ln w="0">
              <a:noFill/>
            </a:ln>
          </p:spPr>
          <p:txBody>
            <a:bodyPr lIns="0" rIns="0" tIns="0" bIns="0" anchor="t">
              <a:noAutofit/>
            </a:bodyPr>
            <a:p>
              <a:endParaRPr lang="en-US" sz="1400" b="1" u="none" strike="noStrike">
                <a:solidFill>
                  <a:srgbClr val="ffffff"/>
                </a:solidFill>
                <a:effectLst/>
                <a:uFillTx/>
                <a:latin typeface="Arial"/>
              </a:endParaRPr>
            </a:p>
          </p:txBody>
        </p:sp>
      </p:grpSp>
      <p:sp>
        <p:nvSpPr>
          <p:cNvPr id="320" name="PlaceHolder 1"/>
          <p:cNvSpPr>
            <a:spLocks noGrp="1"/>
          </p:cNvSpPr>
          <p:nvPr>
            <p:ph type="title"/>
          </p:nvPr>
        </p:nvSpPr>
        <p:spPr>
          <a:xfrm>
            <a:off x="539280" y="179640"/>
            <a:ext cx="9000360" cy="900000"/>
          </a:xfrm>
          <a:prstGeom prst="rect">
            <a:avLst/>
          </a:prstGeom>
          <a:noFill/>
          <a:ln w="0">
            <a:noFill/>
          </a:ln>
        </p:spPr>
        <p:txBody>
          <a:bodyPr lIns="0" rIns="0" tIns="0" bIns="0" anchor="ctr">
            <a:noAutofit/>
          </a:bodyPr>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321" name="PlaceHolder 2"/>
          <p:cNvSpPr>
            <a:spLocks noGrp="1"/>
          </p:cNvSpPr>
          <p:nvPr>
            <p:ph type="body"/>
          </p:nvPr>
        </p:nvSpPr>
        <p:spPr>
          <a:xfrm>
            <a:off x="539280" y="1259640"/>
            <a:ext cx="9000360" cy="3240000"/>
          </a:xfrm>
          <a:prstGeom prst="rect">
            <a:avLst/>
          </a:prstGeom>
          <a:noFill/>
          <a:ln w="0">
            <a:noFill/>
          </a:ln>
        </p:spPr>
        <p:txBody>
          <a:bodyPr lIns="0" rIns="0" tIns="0" bIns="0" anchor="t">
            <a:normAutofit fontScale="77500" lnSpcReduction="19999"/>
          </a:bodyPr>
          <a:p>
            <a:pPr marL="432000" indent="-324000">
              <a:spcBef>
                <a:spcPts val="105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spcBef>
                <a:spcPts val="848"/>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spcBef>
                <a:spcPts val="632"/>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spcBef>
                <a:spcPts val="420"/>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spcBef>
                <a:spcPts val="207"/>
              </a:spcBef>
              <a:buClr>
                <a:srgbClr val="000000"/>
              </a:buClr>
              <a:buSzPct val="45000"/>
              <a:buFont typeface="Wingdings" charset="2"/>
              <a:buChar char=""/>
            </a:pPr>
            <a:r>
              <a:rPr lang="en-US" sz="2660" b="0" u="none" strike="noStrike">
                <a:solidFill>
                  <a:srgbClr val="000000"/>
                </a:solidFill>
                <a:effectLst/>
                <a:uFillTx/>
                <a:latin typeface="Arial"/>
              </a:rPr>
              <a:t>Fifth Outline Level</a:t>
            </a:r>
            <a:endParaRPr lang="en-US" sz="2660" b="0" u="none" strike="noStrike">
              <a:solidFill>
                <a:srgbClr val="000000"/>
              </a:solidFill>
              <a:effectLst/>
              <a:uFillTx/>
              <a:latin typeface="Arial"/>
            </a:endParaRPr>
          </a:p>
          <a:p>
            <a:pPr marL="2592000" lvl="5" indent="-216000">
              <a:spcBef>
                <a:spcPts val="369"/>
              </a:spcBef>
              <a:buClr>
                <a:srgbClr val="000000"/>
              </a:buClr>
              <a:buSzPct val="45000"/>
              <a:buFont typeface="Wingdings" charset="2"/>
              <a:buChar char=""/>
            </a:pPr>
            <a:r>
              <a:rPr lang="en-US" sz="4730" b="0" u="none" strike="noStrike">
                <a:solidFill>
                  <a:srgbClr val="000000"/>
                </a:solidFill>
                <a:effectLst/>
                <a:uFillTx/>
                <a:latin typeface="Arial"/>
              </a:rPr>
              <a:t>Sixth Outline Level</a:t>
            </a:r>
            <a:endParaRPr lang="en-US" sz="4730" b="0" u="none" strike="noStrike">
              <a:solidFill>
                <a:srgbClr val="000000"/>
              </a:solidFill>
              <a:effectLst/>
              <a:uFillTx/>
              <a:latin typeface="Arial"/>
            </a:endParaRPr>
          </a:p>
          <a:p>
            <a:pPr marL="3024000" lvl="6" indent="-216000">
              <a:spcBef>
                <a:spcPts val="655"/>
              </a:spcBef>
              <a:buClr>
                <a:srgbClr val="000000"/>
              </a:buClr>
              <a:buSzPct val="45000"/>
              <a:buFont typeface="Wingdings" charset="2"/>
              <a:buChar char=""/>
            </a:pPr>
            <a:r>
              <a:rPr lang="en-US" sz="8420" b="0" u="none" strike="noStrike">
                <a:solidFill>
                  <a:srgbClr val="000000"/>
                </a:solidFill>
                <a:effectLst/>
                <a:uFillTx/>
                <a:latin typeface="Arial"/>
              </a:rPr>
              <a:t>Seventh Outline Level</a:t>
            </a:r>
            <a:endParaRPr lang="en-US" sz="8420" b="0" u="none" strike="noStrike">
              <a:solidFill>
                <a:srgbClr val="000000"/>
              </a:solidFill>
              <a:effectLst/>
              <a:uFillTx/>
              <a:latin typeface="Arial"/>
            </a:endParaRPr>
          </a:p>
        </p:txBody>
      </p:sp>
      <p:sp>
        <p:nvSpPr>
          <p:cNvPr id="322" name="PlaceHolder 3"/>
          <p:cNvSpPr>
            <a:spLocks noGrp="1"/>
          </p:cNvSpPr>
          <p:nvPr>
            <p:ph type="dt" idx="13"/>
          </p:nvPr>
        </p:nvSpPr>
        <p:spPr>
          <a:xfrm>
            <a:off x="503640" y="5164920"/>
            <a:ext cx="2348280" cy="390960"/>
          </a:xfrm>
          <a:prstGeom prst="rect">
            <a:avLst/>
          </a:prstGeom>
          <a:noFill/>
          <a:ln w="0">
            <a:noFill/>
          </a:ln>
        </p:spPr>
        <p:txBody>
          <a:bodyPr lIns="0" rIns="0" tIns="0" bIns="0" anchor="t">
            <a:spAutoFit/>
          </a:bodyPr>
          <a:lstStyle>
            <a:lvl1pPr indent="0">
              <a:buNone/>
              <a:defRPr lang="en-US" sz="1400" b="0" u="none" strike="noStrike">
                <a:solidFill>
                  <a:srgbClr val="000000"/>
                </a:solidFill>
                <a:effectLst/>
                <a:uFillTx/>
                <a:latin typeface="Arial"/>
              </a:defRPr>
            </a:lvl1pPr>
          </a:lstStyle>
          <a:p>
            <a:pPr indent="0">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323" name="PlaceHolder 4"/>
          <p:cNvSpPr>
            <a:spLocks noGrp="1"/>
          </p:cNvSpPr>
          <p:nvPr>
            <p:ph type="ftr" idx="14"/>
          </p:nvPr>
        </p:nvSpPr>
        <p:spPr>
          <a:xfrm>
            <a:off x="3447000" y="5164920"/>
            <a:ext cx="3195000" cy="390960"/>
          </a:xfrm>
          <a:prstGeom prst="rect">
            <a:avLst/>
          </a:prstGeom>
          <a:noFill/>
          <a:ln w="0">
            <a:noFill/>
          </a:ln>
        </p:spPr>
        <p:txBody>
          <a:bodyPr lIns="0" rIns="0" tIns="0" bIns="0" anchor="t">
            <a:sp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324" name="PlaceHolder 5"/>
          <p:cNvSpPr>
            <a:spLocks noGrp="1"/>
          </p:cNvSpPr>
          <p:nvPr>
            <p:ph type="sldNum" idx="15"/>
          </p:nvPr>
        </p:nvSpPr>
        <p:spPr>
          <a:xfrm>
            <a:off x="7226640" y="5164920"/>
            <a:ext cx="2348280" cy="390960"/>
          </a:xfrm>
          <a:prstGeom prst="rect">
            <a:avLst/>
          </a:prstGeom>
          <a:noFill/>
          <a:ln w="0">
            <a:noFill/>
          </a:ln>
        </p:spPr>
        <p:txBody>
          <a:bodyPr lIns="0" rIns="0" tIns="0" bIns="0" anchor="t">
            <a:spAutoFit/>
          </a:bodyPr>
          <a:lstStyle>
            <a:lvl1pPr indent="0" algn="r">
              <a:buNone/>
              <a:defRPr lang="en-US" sz="1400" b="0" u="none" strike="noStrike">
                <a:solidFill>
                  <a:srgbClr val="000000"/>
                </a:solidFill>
                <a:effectLst/>
                <a:uFillTx/>
                <a:latin typeface="Arial"/>
              </a:defRPr>
            </a:lvl1pPr>
          </a:lstStyle>
          <a:p>
            <a:pPr indent="0" algn="r">
              <a:buNone/>
            </a:pPr>
            <a:fld id="{0AB5613B-6621-4B69-B279-79903F412B3F}"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539280" y="160560"/>
            <a:ext cx="9000360" cy="938160"/>
          </a:xfrm>
          <a:prstGeom prst="rect">
            <a:avLst/>
          </a:prstGeom>
          <a:noFill/>
          <a:ln w="0">
            <a:noFill/>
          </a:ln>
        </p:spPr>
        <p:txBody>
          <a:bodyPr lIns="0" rIns="0" tIns="0" bIns="0" anchor="ctr">
            <a:spAutoFit/>
          </a:bodyPr>
          <a:p>
            <a:pPr indent="0" algn="ctr">
              <a:buNone/>
            </a:pPr>
            <a:endParaRPr lang="en-US" sz="3300" b="0" u="none" strike="noStrike">
              <a:solidFill>
                <a:srgbClr val="000000"/>
              </a:solidFill>
              <a:effectLst/>
              <a:uFillTx/>
              <a:latin typeface="Arial"/>
            </a:endParaRPr>
          </a:p>
        </p:txBody>
      </p:sp>
      <p:sp>
        <p:nvSpPr>
          <p:cNvPr id="326" name="PlaceHolder 2"/>
          <p:cNvSpPr>
            <a:spLocks noGrp="1"/>
          </p:cNvSpPr>
          <p:nvPr>
            <p:ph type="subTitle"/>
          </p:nvPr>
        </p:nvSpPr>
        <p:spPr>
          <a:xfrm>
            <a:off x="600840" y="1380240"/>
            <a:ext cx="9000360" cy="3420000"/>
          </a:xfrm>
          <a:prstGeom prst="rect">
            <a:avLst/>
          </a:prstGeom>
          <a:noFill/>
          <a:ln w="0">
            <a:noFill/>
          </a:ln>
        </p:spPr>
        <p:txBody>
          <a:bodyPr lIns="0" rIns="0" tIns="0" bIns="0" anchor="ctr">
            <a:spAutoFit/>
          </a:bodyPr>
          <a:p>
            <a:pPr marL="216000" indent="0" algn="ctr">
              <a:buNone/>
            </a:pPr>
            <a:r>
              <a:rPr lang="en-US" sz="1200" b="0" u="none" strike="noStrike">
                <a:solidFill>
                  <a:srgbClr val="000000"/>
                </a:solidFill>
                <a:effectLst/>
                <a:uFillTx/>
                <a:latin typeface="Times New Roman"/>
              </a:rPr>
              <a:t>GLOBAL ANIMAL EXTINCTION INTELLIGENCE PLATFORM</a:t>
            </a:r>
            <a:endParaRPr lang="en-US" sz="1200" b="0" u="none" strike="noStrike">
              <a:solidFill>
                <a:srgbClr val="000000"/>
              </a:solidFill>
              <a:effectLst/>
              <a:uFillTx/>
              <a:latin typeface="Times New Roman"/>
              <a:ea typeface="Times New Roman"/>
            </a:endParaRPr>
          </a:p>
          <a:p>
            <a:pPr indent="0" algn="ctr">
              <a:buNone/>
            </a:pPr>
            <a:endParaRPr lang="en-US" sz="1200" b="0" u="none" strike="noStrike">
              <a:solidFill>
                <a:srgbClr val="000000"/>
              </a:solidFill>
              <a:effectLst/>
              <a:uFillTx/>
              <a:latin typeface="Times New Roman"/>
              <a:ea typeface="Times New Roman"/>
            </a:endParaRPr>
          </a:p>
          <a:p>
            <a:pPr indent="0" algn="ctr">
              <a:spcAft>
                <a:spcPts val="2835"/>
              </a:spcAft>
              <a:buNone/>
              <a:tabLst>
                <a:tab algn="r" pos="4984920"/>
              </a:tabLst>
            </a:pPr>
            <a:r>
              <a:rPr lang="en-US" sz="1200" b="1" u="none" strike="noStrike">
                <a:solidFill>
                  <a:srgbClr val="3465a4"/>
                </a:solidFill>
                <a:effectLst/>
                <a:uFillTx/>
                <a:latin typeface=""/>
              </a:rPr>
              <a:t>                                                                           REVIEW 1</a:t>
            </a:r>
            <a:endParaRPr lang="en-US" sz="1200" b="0" u="none" strike="noStrike">
              <a:solidFill>
                <a:srgbClr val="000000"/>
              </a:solidFill>
              <a:effectLst/>
              <a:uFillTx/>
              <a:latin typeface=""/>
            </a:endParaRPr>
          </a:p>
          <a:p>
            <a:pPr indent="0" algn="ctr">
              <a:spcAft>
                <a:spcPts val="2835"/>
              </a:spcAft>
              <a:buNone/>
              <a:tabLst>
                <a:tab algn="r" pos="4984920"/>
              </a:tabLst>
            </a:pPr>
            <a:r>
              <a:rPr lang="en-US" sz="1200" b="0" u="none" strike="noStrike">
                <a:solidFill>
                  <a:srgbClr val="000000"/>
                </a:solidFill>
                <a:effectLst/>
                <a:uFillTx/>
                <a:latin typeface=""/>
              </a:rPr>
              <a:t>Team Members</a:t>
            </a:r>
            <a:endParaRPr lang="en-US" sz="1200" b="0" u="none" strike="noStrike">
              <a:solidFill>
                <a:srgbClr val="000000"/>
              </a:solidFill>
              <a:effectLst/>
              <a:uFillTx/>
              <a:latin typeface=""/>
            </a:endParaRPr>
          </a:p>
          <a:p>
            <a:pPr indent="0" algn="ctr">
              <a:buNone/>
              <a:tabLst>
                <a:tab algn="r" pos="5434920"/>
              </a:tabLst>
            </a:pPr>
            <a:r>
              <a:rPr lang="en-US" sz="1200" b="0" u="none" strike="noStrike">
                <a:solidFill>
                  <a:srgbClr val="000000"/>
                </a:solidFill>
                <a:effectLst/>
                <a:uFillTx/>
                <a:latin typeface=""/>
              </a:rPr>
              <a:t>                                                       V. Abhinav – 2420090086</a:t>
            </a:r>
            <a:endParaRPr lang="en-US" sz="1200" b="0" u="none" strike="noStrike">
              <a:solidFill>
                <a:srgbClr val="000000"/>
              </a:solidFill>
              <a:effectLst/>
              <a:uFillTx/>
              <a:latin typeface=""/>
            </a:endParaRPr>
          </a:p>
          <a:p>
            <a:pPr indent="0" algn="ctr">
              <a:buNone/>
              <a:tabLst>
                <a:tab algn="r" pos="4984920"/>
              </a:tabLst>
            </a:pPr>
            <a:r>
              <a:rPr lang="en-US" sz="1200" b="0" u="none" strike="noStrike">
                <a:solidFill>
                  <a:srgbClr val="000000"/>
                </a:solidFill>
                <a:effectLst/>
                <a:uFillTx/>
                <a:latin typeface=""/>
              </a:rPr>
              <a:t>                                                                 B. Vishvak sai – 2420090024</a:t>
            </a:r>
            <a:endParaRPr lang="en-US" sz="1200" b="0" u="none" strike="noStrike">
              <a:solidFill>
                <a:srgbClr val="000000"/>
              </a:solidFill>
              <a:effectLst/>
              <a:uFillTx/>
              <a:latin typeface=""/>
            </a:endParaRPr>
          </a:p>
          <a:p>
            <a:pPr indent="0" algn="ctr">
              <a:buNone/>
              <a:tabLst>
                <a:tab algn="r" pos="5434920"/>
              </a:tabLst>
            </a:pPr>
            <a:r>
              <a:rPr lang="en-US" sz="1200" b="0" u="none" strike="noStrike">
                <a:solidFill>
                  <a:srgbClr val="000000"/>
                </a:solidFill>
                <a:effectLst/>
                <a:uFillTx/>
                <a:latin typeface=""/>
              </a:rPr>
              <a:t>                                                 R. Bhanu prasad– 2420090082</a:t>
            </a:r>
            <a:endParaRPr lang="en-US" sz="1200" b="0" u="none" strike="noStrike">
              <a:solidFill>
                <a:srgbClr val="000000"/>
              </a:solidFill>
              <a:effectLst/>
              <a:uFillTx/>
              <a:latin typeface=""/>
            </a:endParaRPr>
          </a:p>
        </p:txBody>
      </p:sp>
      <p:pic>
        <p:nvPicPr>
          <p:cNvPr id="327" name=""/>
          <p:cNvPicPr/>
          <p:nvPr/>
        </p:nvPicPr>
        <p:blipFill>
          <a:blip r:embed="rId1"/>
          <a:stretch/>
        </p:blipFill>
        <p:spPr>
          <a:xfrm>
            <a:off x="997200" y="1440"/>
            <a:ext cx="8101800" cy="5669640"/>
          </a:xfrm>
          <a:prstGeom prst="rect">
            <a:avLst/>
          </a:prstGeom>
          <a:noFill/>
          <a:ln w="18000">
            <a:solidFill>
              <a:srgbClr val="74b531"/>
            </a:solidFill>
            <a:round/>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539280" y="160560"/>
            <a:ext cx="9000360" cy="938160"/>
          </a:xfrm>
          <a:prstGeom prst="rect">
            <a:avLst/>
          </a:prstGeom>
          <a:noFill/>
          <a:ln w="0">
            <a:noFill/>
          </a:ln>
        </p:spPr>
        <p:txBody>
          <a:bodyPr lIns="0" rIns="0" tIns="0" bIns="0" anchor="ctr">
            <a:spAutoFit/>
          </a:bodyPr>
          <a:p>
            <a:pPr indent="0">
              <a:buNone/>
            </a:pPr>
            <a:r>
              <a:rPr lang="en-US" sz="3300" b="0" u="none" strike="noStrike">
                <a:solidFill>
                  <a:srgbClr val="000000"/>
                </a:solidFill>
                <a:effectLst/>
                <a:uFillTx/>
                <a:latin typeface="Arial"/>
              </a:rPr>
              <a:t>Abstract</a:t>
            </a:r>
            <a:endParaRPr lang="en-US" sz="3300" b="0" u="none" strike="noStrike">
              <a:solidFill>
                <a:srgbClr val="000000"/>
              </a:solidFill>
              <a:effectLst/>
              <a:uFillTx/>
              <a:latin typeface="Arial"/>
            </a:endParaRPr>
          </a:p>
        </p:txBody>
      </p:sp>
      <p:sp>
        <p:nvSpPr>
          <p:cNvPr id="329" name="PlaceHolder 2"/>
          <p:cNvSpPr>
            <a:spLocks noGrp="1"/>
          </p:cNvSpPr>
          <p:nvPr>
            <p:ph/>
          </p:nvPr>
        </p:nvSpPr>
        <p:spPr>
          <a:xfrm>
            <a:off x="539280" y="1098720"/>
            <a:ext cx="9000360" cy="3420000"/>
          </a:xfrm>
          <a:prstGeom prst="rect">
            <a:avLst/>
          </a:prstGeom>
          <a:noFill/>
          <a:ln w="0">
            <a:noFill/>
          </a:ln>
        </p:spPr>
        <p:txBody>
          <a:bodyPr lIns="0" rIns="0" tIns="0" bIns="0" anchor="t">
            <a:normAutofit/>
          </a:bodyPr>
          <a:p>
            <a:pPr indent="0" algn="just">
              <a:lnSpc>
                <a:spcPct val="115000"/>
              </a:lnSpc>
              <a:spcBef>
                <a:spcPts val="1191"/>
              </a:spcBef>
              <a:spcAft>
                <a:spcPts val="992"/>
              </a:spcAft>
              <a:buNone/>
              <a:tabLst>
                <a:tab algn="r" pos="4984920"/>
              </a:tabLst>
            </a:pPr>
            <a:r>
              <a:rPr lang="en-US" sz="1500" b="0" u="none" strike="noStrike">
                <a:solidFill>
                  <a:srgbClr val="000000"/>
                </a:solidFill>
                <a:effectLst/>
                <a:uFillTx/>
                <a:latin typeface=""/>
              </a:rPr>
              <a:t>Animal extinction is a major environmental problem caused by factors such as habitat loss, climate change, illegal hunting, pollution, and other human activities. However, information about endangered species and their threats is often available across different sources, making it difficult to analyze and understand. The Global Animal Extinction Intelligence Platform is a centralized web-based system for collecting and presenting animal conservation information. It uses data collection, data integration, data analytics, and artificial intelligence techniques to analyze species information, population trends, threats, and geographical distribution. Interactive dashboards and maps are used to visualize the processed information. The platform aims to identify trends and provide useful insights about species at risk.</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539280" y="160560"/>
            <a:ext cx="9000360" cy="938160"/>
          </a:xfrm>
          <a:prstGeom prst="rect">
            <a:avLst/>
          </a:prstGeom>
          <a:noFill/>
          <a:ln w="0">
            <a:noFill/>
          </a:ln>
        </p:spPr>
        <p:txBody>
          <a:bodyPr lIns="0" rIns="0" tIns="0" bIns="0" anchor="ctr">
            <a:spAutoFit/>
          </a:bodyPr>
          <a:p>
            <a:pPr indent="0" algn="ctr">
              <a:buNone/>
            </a:pPr>
            <a:r>
              <a:rPr lang="en-US" sz="3300" b="0" u="none" strike="noStrike">
                <a:solidFill>
                  <a:srgbClr val="000000"/>
                </a:solidFill>
                <a:effectLst/>
                <a:uFillTx/>
                <a:latin typeface="Arial"/>
              </a:rPr>
              <a:t>Introduction</a:t>
            </a:r>
            <a:endParaRPr lang="en-US" sz="3300" b="0" u="none" strike="noStrike">
              <a:solidFill>
                <a:srgbClr val="000000"/>
              </a:solidFill>
              <a:effectLst/>
              <a:uFillTx/>
              <a:latin typeface="Arial"/>
            </a:endParaRPr>
          </a:p>
        </p:txBody>
      </p:sp>
      <p:sp>
        <p:nvSpPr>
          <p:cNvPr id="331" name="PlaceHolder 2"/>
          <p:cNvSpPr>
            <a:spLocks noGrp="1"/>
          </p:cNvSpPr>
          <p:nvPr>
            <p:ph/>
          </p:nvPr>
        </p:nvSpPr>
        <p:spPr>
          <a:xfrm>
            <a:off x="539280" y="1259640"/>
            <a:ext cx="9000360" cy="3420000"/>
          </a:xfrm>
          <a:prstGeom prst="rect">
            <a:avLst/>
          </a:prstGeom>
          <a:noFill/>
          <a:ln w="0">
            <a:noFill/>
          </a:ln>
        </p:spPr>
        <p:txBody>
          <a:bodyPr lIns="0" rIns="0" tIns="0" bIns="0" anchor="t">
            <a:normAutofit/>
          </a:bodyPr>
          <a:p>
            <a:pPr marL="360000" indent="0">
              <a:lnSpc>
                <a:spcPct val="115000"/>
              </a:lnSpc>
              <a:spcBef>
                <a:spcPts val="1474"/>
              </a:spcBef>
              <a:spcAft>
                <a:spcPts val="1276"/>
              </a:spcAft>
              <a:buNone/>
            </a:pPr>
            <a:r>
              <a:rPr lang="en-US" sz="1500" b="0" u="none" strike="noStrike">
                <a:solidFill>
                  <a:srgbClr val="000000"/>
                </a:solidFill>
                <a:effectLst/>
                <a:uFillTx/>
                <a:latin typeface="Arial"/>
              </a:rPr>
              <a:t>Animal species are increasingly threatened by habitat loss, climate change, pollution, and illegal hunting. However, biodiversity data is scattered across multiple sources, making it difficult to understand species and their extinction risks. The Global Animal Extinction Intelligence Platform provides a centralized system to collect, analyze, and visualize this data using data analytics, interactive visualization, AI techniques, and ELT (Extract, Load, Transform). In the proposed ELT pipeline, raw data from different sources is first stored and then cleaned, integrated, and transformed for analysis and machine learning. </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539280" y="160560"/>
            <a:ext cx="9000360" cy="938160"/>
          </a:xfrm>
          <a:prstGeom prst="rect">
            <a:avLst/>
          </a:prstGeom>
          <a:noFill/>
          <a:ln w="0">
            <a:noFill/>
          </a:ln>
        </p:spPr>
        <p:txBody>
          <a:bodyPr lIns="0" rIns="0" tIns="0" bIns="0" anchor="ctr">
            <a:spAutoFit/>
          </a:bodyPr>
          <a:p>
            <a:pPr indent="0" algn="ctr">
              <a:buNone/>
            </a:pPr>
            <a:r>
              <a:rPr lang="en-US" sz="3300" b="0" u="none" strike="noStrike">
                <a:solidFill>
                  <a:srgbClr val="000000"/>
                </a:solidFill>
                <a:effectLst/>
                <a:uFillTx/>
                <a:latin typeface="Arial"/>
              </a:rPr>
              <a:t>Architecture</a:t>
            </a:r>
            <a:endParaRPr lang="en-US" sz="3300" b="0" u="none" strike="noStrike">
              <a:solidFill>
                <a:srgbClr val="000000"/>
              </a:solidFill>
              <a:effectLst/>
              <a:uFillTx/>
              <a:latin typeface="Arial"/>
            </a:endParaRPr>
          </a:p>
        </p:txBody>
      </p:sp>
      <p:sp>
        <p:nvSpPr>
          <p:cNvPr id="333" name=""/>
          <p:cNvSpPr/>
          <p:nvPr/>
        </p:nvSpPr>
        <p:spPr>
          <a:xfrm>
            <a:off x="914400" y="1143000"/>
            <a:ext cx="1600200" cy="1143000"/>
          </a:xfrm>
          <a:prstGeom prst="rect">
            <a:avLst/>
          </a:prstGeom>
          <a:solidFill>
            <a:srgbClr val="cde8b3"/>
          </a:solidFill>
          <a:ln w="18000">
            <a:solidFill>
              <a:srgbClr val="74b531"/>
            </a:solidFill>
            <a:round/>
          </a:ln>
        </p:spPr>
        <p:style>
          <a:lnRef idx="0"/>
          <a:fillRef idx="0"/>
          <a:effectRef idx="0"/>
          <a:fontRef idx="minor"/>
        </p:style>
        <p:txBody>
          <a:bodyPr wrap="none" lIns="90000" rIns="90000" tIns="45000" bIns="45000" anchor="ctr">
            <a:noAutofit/>
          </a:bodyPr>
          <a:p>
            <a:pPr algn="ctr"/>
            <a:r>
              <a:rPr lang="en-US" sz="1800" b="0" u="none" strike="noStrike">
                <a:solidFill>
                  <a:srgbClr val="000000"/>
                </a:solidFill>
                <a:effectLst/>
                <a:uFillTx/>
                <a:latin typeface="Arial"/>
              </a:rPr>
              <a:t>Data Sources</a:t>
            </a:r>
            <a:endParaRPr lang="en-US" sz="1800" b="0" u="none" strike="noStrike">
              <a:solidFill>
                <a:srgbClr val="000000"/>
              </a:solidFill>
              <a:effectLst/>
              <a:uFillTx/>
              <a:latin typeface="Arial"/>
            </a:endParaRPr>
          </a:p>
          <a:p>
            <a:pPr algn="ctr"/>
            <a:r>
              <a:rPr lang="en-US" sz="1100" b="0" u="none" strike="noStrike">
                <a:solidFill>
                  <a:srgbClr val="000000"/>
                </a:solidFill>
                <a:effectLst/>
                <a:uFillTx/>
                <a:latin typeface="Arial"/>
              </a:rPr>
              <a:t>(IUCN,Climate Data, etc)</a:t>
            </a:r>
            <a:endParaRPr lang="en-US" sz="1100" b="0" u="none" strike="noStrike">
              <a:solidFill>
                <a:srgbClr val="000000"/>
              </a:solidFill>
              <a:effectLst/>
              <a:uFillTx/>
              <a:latin typeface="Arial"/>
            </a:endParaRPr>
          </a:p>
        </p:txBody>
      </p:sp>
      <p:sp>
        <p:nvSpPr>
          <p:cNvPr id="334" name=""/>
          <p:cNvSpPr/>
          <p:nvPr/>
        </p:nvSpPr>
        <p:spPr>
          <a:xfrm>
            <a:off x="3657600" y="1143000"/>
            <a:ext cx="1600200" cy="1143000"/>
          </a:xfrm>
          <a:prstGeom prst="rect">
            <a:avLst/>
          </a:prstGeom>
          <a:solidFill>
            <a:srgbClr val="cde8b3"/>
          </a:solidFill>
          <a:ln w="18000">
            <a:solidFill>
              <a:srgbClr val="34a45c"/>
            </a:solidFill>
            <a:round/>
          </a:ln>
        </p:spPr>
        <p:style>
          <a:lnRef idx="0"/>
          <a:fillRef idx="0"/>
          <a:effectRef idx="0"/>
          <a:fontRef idx="minor"/>
        </p:style>
        <p:txBody>
          <a:bodyPr wrap="none" lIns="90000" rIns="90000" tIns="45000" bIns="45000" anchor="ctr">
            <a:noAutofit/>
          </a:bodyPr>
          <a:p>
            <a:pPr algn="ctr"/>
            <a:r>
              <a:rPr lang="en-US" sz="1800" b="0" u="none" strike="noStrike">
                <a:solidFill>
                  <a:srgbClr val="000000"/>
                </a:solidFill>
                <a:effectLst/>
                <a:uFillTx/>
                <a:latin typeface="Arial"/>
              </a:rPr>
              <a:t>Data Ingestion</a:t>
            </a:r>
            <a:endParaRPr lang="en-US" sz="1800" b="0" u="none" strike="noStrike">
              <a:solidFill>
                <a:srgbClr val="000000"/>
              </a:solidFill>
              <a:effectLst/>
              <a:uFillTx/>
              <a:latin typeface="Arial"/>
            </a:endParaRPr>
          </a:p>
        </p:txBody>
      </p:sp>
      <p:sp>
        <p:nvSpPr>
          <p:cNvPr id="335" name=""/>
          <p:cNvSpPr/>
          <p:nvPr/>
        </p:nvSpPr>
        <p:spPr>
          <a:xfrm>
            <a:off x="5943600" y="1143000"/>
            <a:ext cx="1828800" cy="1371600"/>
          </a:xfrm>
          <a:prstGeom prst="rect">
            <a:avLst/>
          </a:prstGeom>
          <a:solidFill>
            <a:srgbClr val="cde8b3"/>
          </a:solidFill>
          <a:ln w="18000">
            <a:solidFill>
              <a:srgbClr val="34a45c"/>
            </a:solidFill>
            <a:round/>
          </a:ln>
        </p:spPr>
        <p:style>
          <a:lnRef idx="0"/>
          <a:fillRef idx="0"/>
          <a:effectRef idx="0"/>
          <a:fontRef idx="minor"/>
        </p:style>
        <p:txBody>
          <a:bodyPr wrap="none" lIns="90000" rIns="90000" tIns="45000" bIns="45000" anchor="ctr">
            <a:noAutofit/>
          </a:bodyPr>
          <a:p>
            <a:pPr algn="ctr"/>
            <a:r>
              <a:rPr lang="en-US" sz="1800" b="0" u="none" strike="noStrike">
                <a:solidFill>
                  <a:srgbClr val="000000"/>
                </a:solidFill>
                <a:effectLst/>
                <a:uFillTx/>
                <a:latin typeface="Arial"/>
              </a:rPr>
              <a:t>ELT Processing</a:t>
            </a:r>
            <a:endParaRPr lang="en-US" sz="1800" b="0" u="none" strike="noStrike">
              <a:solidFill>
                <a:srgbClr val="000000"/>
              </a:solidFill>
              <a:effectLst/>
              <a:uFillTx/>
              <a:latin typeface="Arial"/>
            </a:endParaRPr>
          </a:p>
          <a:p>
            <a:pPr algn="ctr"/>
            <a:r>
              <a:rPr lang="en-US" sz="1000" b="0" u="none" strike="noStrike">
                <a:solidFill>
                  <a:srgbClr val="000000"/>
                </a:solidFill>
                <a:effectLst/>
                <a:uFillTx/>
                <a:latin typeface="Arial"/>
              </a:rPr>
              <a:t>(Clean + Transform+Integrate)</a:t>
            </a:r>
            <a:endParaRPr lang="en-US" sz="1000" b="0" u="none" strike="noStrike">
              <a:solidFill>
                <a:srgbClr val="000000"/>
              </a:solidFill>
              <a:effectLst/>
              <a:uFillTx/>
              <a:latin typeface="Arial"/>
            </a:endParaRPr>
          </a:p>
        </p:txBody>
      </p:sp>
      <p:sp>
        <p:nvSpPr>
          <p:cNvPr id="336" name=""/>
          <p:cNvSpPr/>
          <p:nvPr/>
        </p:nvSpPr>
        <p:spPr>
          <a:xfrm>
            <a:off x="6172200" y="3200400"/>
            <a:ext cx="1828800" cy="914400"/>
          </a:xfrm>
          <a:prstGeom prst="rect">
            <a:avLst/>
          </a:prstGeom>
          <a:solidFill>
            <a:srgbClr val="cde8b3"/>
          </a:solidFill>
          <a:ln w="18000">
            <a:solidFill>
              <a:srgbClr val="34a45c"/>
            </a:solidFill>
            <a:round/>
          </a:ln>
        </p:spPr>
        <p:style>
          <a:lnRef idx="0"/>
          <a:fillRef idx="0"/>
          <a:effectRef idx="0"/>
          <a:fontRef idx="minor"/>
        </p:style>
        <p:txBody>
          <a:bodyPr wrap="none" lIns="90000" rIns="90000" tIns="45000" bIns="45000" anchor="ctr">
            <a:noAutofit/>
          </a:bodyPr>
          <a:p>
            <a:pPr algn="ctr"/>
            <a:r>
              <a:rPr lang="en-US" sz="1800" b="0" u="none" strike="noStrike">
                <a:solidFill>
                  <a:srgbClr val="000000"/>
                </a:solidFill>
                <a:effectLst/>
                <a:uFillTx/>
                <a:latin typeface="Arial"/>
              </a:rPr>
              <a:t>Data Analytics</a:t>
            </a:r>
            <a:endParaRPr lang="en-US" sz="1800" b="0" u="none" strike="noStrike">
              <a:solidFill>
                <a:srgbClr val="000000"/>
              </a:solidFill>
              <a:effectLst/>
              <a:uFillTx/>
              <a:latin typeface="Arial"/>
            </a:endParaRPr>
          </a:p>
        </p:txBody>
      </p:sp>
      <p:sp>
        <p:nvSpPr>
          <p:cNvPr id="337" name=""/>
          <p:cNvSpPr/>
          <p:nvPr/>
        </p:nvSpPr>
        <p:spPr>
          <a:xfrm>
            <a:off x="3429000" y="3200400"/>
            <a:ext cx="2057400" cy="914400"/>
          </a:xfrm>
          <a:prstGeom prst="rect">
            <a:avLst/>
          </a:prstGeom>
          <a:solidFill>
            <a:srgbClr val="cde8b3"/>
          </a:solidFill>
          <a:ln w="18000">
            <a:solidFill>
              <a:srgbClr val="34a45c"/>
            </a:solidFill>
            <a:round/>
          </a:ln>
        </p:spPr>
        <p:style>
          <a:lnRef idx="0"/>
          <a:fillRef idx="0"/>
          <a:effectRef idx="0"/>
          <a:fontRef idx="minor"/>
        </p:style>
        <p:txBody>
          <a:bodyPr wrap="none" lIns="90000" rIns="90000" tIns="45000" bIns="45000" anchor="ctr">
            <a:noAutofit/>
          </a:bodyPr>
          <a:p>
            <a:pPr algn="ctr"/>
            <a:r>
              <a:rPr lang="en-US" sz="1800" b="0" u="none" strike="noStrike">
                <a:solidFill>
                  <a:srgbClr val="000000"/>
                </a:solidFill>
                <a:effectLst/>
                <a:uFillTx/>
                <a:latin typeface="Arial"/>
              </a:rPr>
              <a:t>AI/ML Model</a:t>
            </a:r>
            <a:endParaRPr lang="en-US" sz="1800" b="0" u="none" strike="noStrike">
              <a:solidFill>
                <a:srgbClr val="000000"/>
              </a:solidFill>
              <a:effectLst/>
              <a:uFillTx/>
              <a:latin typeface="Arial"/>
            </a:endParaRPr>
          </a:p>
        </p:txBody>
      </p:sp>
      <p:sp>
        <p:nvSpPr>
          <p:cNvPr id="338" name=""/>
          <p:cNvSpPr/>
          <p:nvPr/>
        </p:nvSpPr>
        <p:spPr>
          <a:xfrm>
            <a:off x="685800" y="3200400"/>
            <a:ext cx="2057400" cy="1143000"/>
          </a:xfrm>
          <a:prstGeom prst="rect">
            <a:avLst/>
          </a:prstGeom>
          <a:solidFill>
            <a:srgbClr val="cde8b3"/>
          </a:solidFill>
          <a:ln w="18000">
            <a:solidFill>
              <a:srgbClr val="34a45c"/>
            </a:solidFill>
            <a:round/>
          </a:ln>
        </p:spPr>
        <p:style>
          <a:lnRef idx="0"/>
          <a:fillRef idx="0"/>
          <a:effectRef idx="0"/>
          <a:fontRef idx="minor"/>
        </p:style>
        <p:txBody>
          <a:bodyPr wrap="none" lIns="90000" rIns="90000" tIns="45000" bIns="45000" anchor="ctr">
            <a:noAutofit/>
          </a:bodyPr>
          <a:p>
            <a:pPr algn="ctr"/>
            <a:r>
              <a:rPr lang="en-US" sz="1800" b="0" u="none" strike="noStrike">
                <a:solidFill>
                  <a:srgbClr val="000000"/>
                </a:solidFill>
                <a:effectLst/>
                <a:uFillTx/>
                <a:latin typeface="Arial"/>
              </a:rPr>
              <a:t>Web Dashboard</a:t>
            </a:r>
            <a:endParaRPr lang="en-US" sz="1800" b="0" u="none" strike="noStrike">
              <a:solidFill>
                <a:srgbClr val="000000"/>
              </a:solidFill>
              <a:effectLst/>
              <a:uFillTx/>
              <a:latin typeface="Arial"/>
            </a:endParaRPr>
          </a:p>
          <a:p>
            <a:pPr algn="ctr"/>
            <a:r>
              <a:rPr lang="en-US" sz="1000" b="0" u="none" strike="noStrike">
                <a:solidFill>
                  <a:srgbClr val="000000"/>
                </a:solidFill>
                <a:effectLst/>
                <a:uFillTx/>
                <a:latin typeface="Arial"/>
              </a:rPr>
              <a:t>(Charts + Maps)</a:t>
            </a:r>
            <a:endParaRPr lang="en-US" sz="1000" b="0" u="none" strike="noStrike">
              <a:solidFill>
                <a:srgbClr val="000000"/>
              </a:solidFill>
              <a:effectLst/>
              <a:uFillTx/>
              <a:latin typeface="Arial"/>
            </a:endParaRPr>
          </a:p>
        </p:txBody>
      </p:sp>
      <p:sp>
        <p:nvSpPr>
          <p:cNvPr id="339" name=""/>
          <p:cNvSpPr/>
          <p:nvPr/>
        </p:nvSpPr>
        <p:spPr>
          <a:xfrm>
            <a:off x="2514600" y="1600200"/>
            <a:ext cx="1143000" cy="0"/>
          </a:xfrm>
          <a:prstGeom prst="line">
            <a:avLst/>
          </a:prstGeom>
          <a:ln w="18000">
            <a:solidFill>
              <a:srgbClr val="34a45c"/>
            </a:solidFill>
            <a:roun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ndParaRPr>
          </a:p>
        </p:txBody>
      </p:sp>
      <p:sp>
        <p:nvSpPr>
          <p:cNvPr id="340" name=""/>
          <p:cNvSpPr/>
          <p:nvPr/>
        </p:nvSpPr>
        <p:spPr>
          <a:xfrm>
            <a:off x="5257800" y="1600200"/>
            <a:ext cx="685800" cy="0"/>
          </a:xfrm>
          <a:prstGeom prst="line">
            <a:avLst/>
          </a:prstGeom>
          <a:ln w="18000">
            <a:solidFill>
              <a:srgbClr val="34a45c"/>
            </a:solidFill>
            <a:roun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ndParaRPr>
          </a:p>
        </p:txBody>
      </p:sp>
      <p:sp>
        <p:nvSpPr>
          <p:cNvPr id="341" name=""/>
          <p:cNvSpPr/>
          <p:nvPr/>
        </p:nvSpPr>
        <p:spPr>
          <a:xfrm>
            <a:off x="7086600" y="2514600"/>
            <a:ext cx="0" cy="685800"/>
          </a:xfrm>
          <a:prstGeom prst="line">
            <a:avLst/>
          </a:prstGeom>
          <a:ln w="18000">
            <a:solidFill>
              <a:srgbClr val="34a45c"/>
            </a:solidFill>
            <a:roun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ndParaRPr>
          </a:p>
        </p:txBody>
      </p:sp>
      <p:sp>
        <p:nvSpPr>
          <p:cNvPr id="342" name=""/>
          <p:cNvSpPr/>
          <p:nvPr/>
        </p:nvSpPr>
        <p:spPr>
          <a:xfrm flipH="1">
            <a:off x="5486400" y="3657600"/>
            <a:ext cx="685800" cy="0"/>
          </a:xfrm>
          <a:prstGeom prst="line">
            <a:avLst/>
          </a:prstGeom>
          <a:ln w="18000">
            <a:solidFill>
              <a:srgbClr val="34a45c"/>
            </a:solidFill>
            <a:roun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ndParaRPr>
          </a:p>
        </p:txBody>
      </p:sp>
      <p:sp>
        <p:nvSpPr>
          <p:cNvPr id="343" name=""/>
          <p:cNvSpPr/>
          <p:nvPr/>
        </p:nvSpPr>
        <p:spPr>
          <a:xfrm>
            <a:off x="2743200" y="3657600"/>
            <a:ext cx="685800" cy="0"/>
          </a:xfrm>
          <a:prstGeom prst="line">
            <a:avLst/>
          </a:prstGeom>
          <a:ln w="18000">
            <a:solidFill>
              <a:srgbClr val="34a45c"/>
            </a:solidFill>
            <a:roun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LibreOffice/25.8.7.3$Linux_X86_64 LibreOffice_project/580$Build-3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2026-08-17T10:24:39Z</dcterms:created>
  <dc:creator/>
  <dc:description>This work is licensed under a Creative Commons 0 License.
It makes use of the works of kka_libo_design@ashisuto.co.jp.</dc:description>
  <dc:language>en-US</dc:language>
  <cp:lastModifiedBy/>
  <dcterms:modified xsi:type="dcterms:W3CDTF">2026-08-17T11:40:50Z</dcterms:modified>
  <cp:revision>2</cp:revision>
  <dc:subject/>
  <dc:title>Forestbird</dc:title>
</cp:coreProperties>
</file>