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2"/>
  </p:notesMasterIdLst>
  <p:handoutMasterIdLst>
    <p:handoutMasterId r:id="rId13"/>
  </p:handoutMasterIdLst>
  <p:sldIdLst>
    <p:sldId id="312" r:id="rId5"/>
    <p:sldId id="314" r:id="rId6"/>
    <p:sldId id="315" r:id="rId7"/>
    <p:sldId id="309" r:id="rId8"/>
    <p:sldId id="262" r:id="rId9"/>
    <p:sldId id="305" r:id="rId10"/>
    <p:sldId id="31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72" userDrawn="1">
          <p15:clr>
            <a:srgbClr val="A4A3A4"/>
          </p15:clr>
        </p15:guide>
        <p15:guide id="2" pos="7056" userDrawn="1">
          <p15:clr>
            <a:srgbClr val="A4A3A4"/>
          </p15:clr>
        </p15:guide>
        <p15:guide id="3" pos="601" userDrawn="1">
          <p15:clr>
            <a:srgbClr val="A4A3A4"/>
          </p15:clr>
        </p15:guide>
        <p15:guide id="4" pos="4585"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8FA971"/>
    <a:srgbClr val="1C4C3C"/>
    <a:srgbClr val="F1EAE0"/>
    <a:srgbClr val="9F792F"/>
    <a:srgbClr val="785029"/>
    <a:srgbClr val="E3CEB2"/>
    <a:srgbClr val="648260"/>
    <a:srgbClr val="A49B37"/>
    <a:srgbClr val="006A8A"/>
    <a:srgbClr val="BD7B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29" autoAdjust="0"/>
    <p:restoredTop sz="94860" autoAdjust="0"/>
  </p:normalViewPr>
  <p:slideViewPr>
    <p:cSldViewPr snapToGrid="0" snapToObjects="1" showGuides="1">
      <p:cViewPr varScale="1">
        <p:scale>
          <a:sx n="149" d="100"/>
          <a:sy n="149" d="100"/>
        </p:scale>
        <p:origin x="280" y="184"/>
      </p:cViewPr>
      <p:guideLst>
        <p:guide orient="horz" pos="1272"/>
        <p:guide pos="7056"/>
        <p:guide pos="601"/>
        <p:guide pos="4585"/>
      </p:guideLst>
    </p:cSldViewPr>
  </p:slideViewPr>
  <p:notesTextViewPr>
    <p:cViewPr>
      <p:scale>
        <a:sx n="20" d="100"/>
        <a:sy n="20" d="100"/>
      </p:scale>
      <p:origin x="0" y="0"/>
    </p:cViewPr>
  </p:notesTextViewPr>
  <p:sorterViewPr>
    <p:cViewPr>
      <p:scale>
        <a:sx n="100" d="100"/>
        <a:sy n="100" d="100"/>
      </p:scale>
      <p:origin x="0" y="0"/>
    </p:cViewPr>
  </p:sorterViewPr>
  <p:notesViewPr>
    <p:cSldViewPr snapToGrid="0" snapToObjects="1">
      <p:cViewPr varScale="1">
        <p:scale>
          <a:sx n="58" d="100"/>
          <a:sy n="58" d="100"/>
        </p:scale>
        <p:origin x="2491"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D397ADA-28FC-D95C-9949-C2600B76E89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46638BB-B5C2-68A8-E3FA-52921DD0027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07502F-DB6E-469A-9C44-FB8EDEF15CAD}" type="datetimeFigureOut">
              <a:rPr lang="en-US" smtClean="0"/>
              <a:t>9/15/26</a:t>
            </a:fld>
            <a:endParaRPr lang="en-US" dirty="0"/>
          </a:p>
        </p:txBody>
      </p:sp>
      <p:sp>
        <p:nvSpPr>
          <p:cNvPr id="4" name="Footer Placeholder 3">
            <a:extLst>
              <a:ext uri="{FF2B5EF4-FFF2-40B4-BE49-F238E27FC236}">
                <a16:creationId xmlns:a16="http://schemas.microsoft.com/office/drawing/2014/main" id="{ADD222EB-9CD6-7377-B538-2102EE87F35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C9DFD59-EA45-6CD0-571D-72EF11B8640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6A3EC-C558-4879-9E77-732F9A1F519B}" type="slidenum">
              <a:rPr lang="en-US" smtClean="0"/>
              <a:t>‹#›</a:t>
            </a:fld>
            <a:endParaRPr lang="en-US" dirty="0"/>
          </a:p>
        </p:txBody>
      </p:sp>
    </p:spTree>
    <p:extLst>
      <p:ext uri="{BB962C8B-B14F-4D97-AF65-F5344CB8AC3E}">
        <p14:creationId xmlns:p14="http://schemas.microsoft.com/office/powerpoint/2010/main" val="37041728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817FE1-3397-4E25-A0AD-CD1F478AA284}" type="datetimeFigureOut">
              <a:rPr lang="en-US" smtClean="0"/>
              <a:t>9/15/26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03C4B0-A82C-497E-A667-41FFA619A478}" type="slidenum">
              <a:rPr lang="en-US" smtClean="0"/>
              <a:t>‹#›</a:t>
            </a:fld>
            <a:endParaRPr lang="en-US" dirty="0"/>
          </a:p>
        </p:txBody>
      </p:sp>
    </p:spTree>
    <p:extLst>
      <p:ext uri="{BB962C8B-B14F-4D97-AF65-F5344CB8AC3E}">
        <p14:creationId xmlns:p14="http://schemas.microsoft.com/office/powerpoint/2010/main" val="76457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2DDD5-B179-8D33-E206-E8EC18C6525D}"/>
              </a:ext>
            </a:extLst>
          </p:cNvPr>
          <p:cNvSpPr>
            <a:spLocks noGrp="1"/>
          </p:cNvSpPr>
          <p:nvPr>
            <p:ph type="ctrTitle"/>
          </p:nvPr>
        </p:nvSpPr>
        <p:spPr>
          <a:xfrm>
            <a:off x="822960" y="822960"/>
            <a:ext cx="6840110" cy="4663440"/>
          </a:xfrm>
          <a:prstGeom prst="rect">
            <a:avLst/>
          </a:prstGeom>
        </p:spPr>
        <p:txBody>
          <a:bodyPr anchor="ctr">
            <a:noAutofit/>
          </a:bodyPr>
          <a:lstStyle>
            <a:lvl1pPr algn="l">
              <a:lnSpc>
                <a:spcPct val="100000"/>
              </a:lnSpc>
              <a:defRPr sz="6000" b="1" i="0" cap="all" baseline="0">
                <a:solidFill>
                  <a:schemeClr val="tx2"/>
                </a:solidFill>
                <a:latin typeface="+mj-lt"/>
              </a:defRPr>
            </a:lvl1pPr>
          </a:lstStyle>
          <a:p>
            <a:r>
              <a:rPr lang="en-US" noProof="0"/>
              <a:t>Click to edit Master title style</a:t>
            </a:r>
            <a:endParaRPr lang="en-US" noProof="0" dirty="0"/>
          </a:p>
        </p:txBody>
      </p:sp>
      <p:sp>
        <p:nvSpPr>
          <p:cNvPr id="3" name="Subtitle 2">
            <a:extLst>
              <a:ext uri="{FF2B5EF4-FFF2-40B4-BE49-F238E27FC236}">
                <a16:creationId xmlns:a16="http://schemas.microsoft.com/office/drawing/2014/main" id="{4B219809-9823-E5C1-322B-DCDB7769D492}"/>
              </a:ext>
            </a:extLst>
          </p:cNvPr>
          <p:cNvSpPr>
            <a:spLocks noGrp="1"/>
          </p:cNvSpPr>
          <p:nvPr>
            <p:ph type="subTitle" idx="1"/>
          </p:nvPr>
        </p:nvSpPr>
        <p:spPr>
          <a:xfrm>
            <a:off x="822960" y="5559552"/>
            <a:ext cx="6840110" cy="475938"/>
          </a:xfrm>
        </p:spPr>
        <p:txBody>
          <a:bodyPr/>
          <a:lstStyle>
            <a:lvl1pPr marL="0" indent="0" algn="l">
              <a:buNone/>
              <a:defRPr sz="2400">
                <a:solidFill>
                  <a:schemeClr val="tx2"/>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US" noProof="0" dirty="0"/>
          </a:p>
        </p:txBody>
      </p:sp>
      <p:sp>
        <p:nvSpPr>
          <p:cNvPr id="17" name="Picture Placeholder 16">
            <a:extLst>
              <a:ext uri="{FF2B5EF4-FFF2-40B4-BE49-F238E27FC236}">
                <a16:creationId xmlns:a16="http://schemas.microsoft.com/office/drawing/2014/main" id="{4109FC96-A524-9411-F587-93938397D054}"/>
              </a:ext>
            </a:extLst>
          </p:cNvPr>
          <p:cNvSpPr>
            <a:spLocks noGrp="1"/>
          </p:cNvSpPr>
          <p:nvPr>
            <p:ph type="pic" sz="quarter" idx="11"/>
          </p:nvPr>
        </p:nvSpPr>
        <p:spPr>
          <a:xfrm>
            <a:off x="7793735" y="1"/>
            <a:ext cx="4398265" cy="6857999"/>
          </a:xfrm>
          <a:noFill/>
        </p:spPr>
        <p:txBody>
          <a:bodyPr anchor="t"/>
          <a:lstStyle>
            <a:lvl1pPr marL="0" indent="0" algn="ctr">
              <a:buNone/>
              <a:defRPr/>
            </a:lvl1pPr>
          </a:lstStyle>
          <a:p>
            <a:r>
              <a:rPr lang="en-US" noProof="0"/>
              <a:t>Click icon to add picture</a:t>
            </a:r>
            <a:endParaRPr lang="en-US" noProof="0" dirty="0"/>
          </a:p>
        </p:txBody>
      </p:sp>
    </p:spTree>
    <p:extLst>
      <p:ext uri="{BB962C8B-B14F-4D97-AF65-F5344CB8AC3E}">
        <p14:creationId xmlns:p14="http://schemas.microsoft.com/office/powerpoint/2010/main" val="4217870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4567E9-2483-C330-76B4-52F75C9504A9}"/>
              </a:ext>
            </a:extLst>
          </p:cNvPr>
          <p:cNvSpPr>
            <a:spLocks noGrp="1"/>
          </p:cNvSpPr>
          <p:nvPr>
            <p:ph type="title" hasCustomPrompt="1"/>
          </p:nvPr>
        </p:nvSpPr>
        <p:spPr>
          <a:xfrm>
            <a:off x="822960" y="822960"/>
            <a:ext cx="4389120" cy="192024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9" name="Content Placeholder 5">
            <a:extLst>
              <a:ext uri="{FF2B5EF4-FFF2-40B4-BE49-F238E27FC236}">
                <a16:creationId xmlns:a16="http://schemas.microsoft.com/office/drawing/2014/main" id="{380C9AC2-080F-B7EB-E5D9-98A11923C160}"/>
              </a:ext>
            </a:extLst>
          </p:cNvPr>
          <p:cNvSpPr>
            <a:spLocks noGrp="1"/>
          </p:cNvSpPr>
          <p:nvPr>
            <p:ph sz="quarter" idx="14"/>
          </p:nvPr>
        </p:nvSpPr>
        <p:spPr>
          <a:xfrm>
            <a:off x="822960" y="3529584"/>
            <a:ext cx="4389120" cy="2350008"/>
          </a:xfrm>
        </p:spPr>
        <p:txBody>
          <a:bodyPr/>
          <a:lstStyle>
            <a:lvl1pPr marL="285750" indent="-285750">
              <a:lnSpc>
                <a:spcPts val="2500"/>
              </a:lnSpc>
              <a:spcBef>
                <a:spcPts val="0"/>
              </a:spcBef>
              <a:spcAft>
                <a:spcPts val="1000"/>
              </a:spcAft>
              <a:buFont typeface="Arial" panose="020B0604020202020204" pitchFamily="34" charset="0"/>
              <a:buChar cha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Picture Placeholder 16">
            <a:extLst>
              <a:ext uri="{FF2B5EF4-FFF2-40B4-BE49-F238E27FC236}">
                <a16:creationId xmlns:a16="http://schemas.microsoft.com/office/drawing/2014/main" id="{A6C9DAC2-F86A-0D7B-2EA8-DAE9CF8E03B5}"/>
              </a:ext>
            </a:extLst>
          </p:cNvPr>
          <p:cNvSpPr>
            <a:spLocks noGrp="1"/>
          </p:cNvSpPr>
          <p:nvPr>
            <p:ph type="pic" sz="quarter" idx="13"/>
          </p:nvPr>
        </p:nvSpPr>
        <p:spPr>
          <a:xfrm>
            <a:off x="5690616" y="1"/>
            <a:ext cx="6501385" cy="6857999"/>
          </a:xfrm>
          <a:noFill/>
        </p:spPr>
        <p:txBody>
          <a:bodyPr anchor="t"/>
          <a:lstStyle>
            <a:lvl1pPr marL="0" indent="0" algn="ctr">
              <a:buNone/>
              <a:defRPr>
                <a:solidFill>
                  <a:schemeClr val="bg1"/>
                </a:solidFill>
              </a:defRPr>
            </a:lvl1pPr>
          </a:lstStyle>
          <a:p>
            <a:r>
              <a:rPr lang="en-US" noProof="0"/>
              <a:t>Click icon to add picture</a:t>
            </a:r>
            <a:endParaRPr lang="en-US" noProof="0" dirty="0"/>
          </a:p>
        </p:txBody>
      </p:sp>
      <p:sp>
        <p:nvSpPr>
          <p:cNvPr id="7" name="Footer Placeholder 6">
            <a:extLst>
              <a:ext uri="{FF2B5EF4-FFF2-40B4-BE49-F238E27FC236}">
                <a16:creationId xmlns:a16="http://schemas.microsoft.com/office/drawing/2014/main" id="{B5DF0DBE-FBE3-E653-13B1-8A27023E2F1E}"/>
              </a:ext>
            </a:extLst>
          </p:cNvPr>
          <p:cNvSpPr>
            <a:spLocks noGrp="1"/>
          </p:cNvSpPr>
          <p:nvPr>
            <p:ph type="ftr" sz="quarter" idx="11"/>
          </p:nvPr>
        </p:nvSpPr>
        <p:spPr>
          <a:xfrm>
            <a:off x="173738" y="6254497"/>
            <a:ext cx="4114800" cy="365125"/>
          </a:xfrm>
          <a:prstGeom prst="rect">
            <a:avLst/>
          </a:prstGeom>
        </p:spPr>
        <p:txBody>
          <a:bodyPr/>
          <a:lstStyle>
            <a:lvl1pPr>
              <a:defRPr>
                <a:solidFill>
                  <a:schemeClr val="bg1">
                    <a:alpha val="78000"/>
                  </a:schemeClr>
                </a:solidFill>
              </a:defRPr>
            </a:lvl1pPr>
          </a:lstStyle>
          <a:p>
            <a:endParaRPr lang="en-US" dirty="0"/>
          </a:p>
        </p:txBody>
      </p:sp>
      <p:sp>
        <p:nvSpPr>
          <p:cNvPr id="8" name="Slide Number Placeholder 7">
            <a:extLst>
              <a:ext uri="{FF2B5EF4-FFF2-40B4-BE49-F238E27FC236}">
                <a16:creationId xmlns:a16="http://schemas.microsoft.com/office/drawing/2014/main" id="{4339096C-E86B-C5A9-1F2F-E4FD0552DEF8}"/>
              </a:ext>
            </a:extLst>
          </p:cNvPr>
          <p:cNvSpPr>
            <a:spLocks noGrp="1"/>
          </p:cNvSpPr>
          <p:nvPr>
            <p:ph type="sldNum" sz="quarter" idx="12"/>
          </p:nvPr>
        </p:nvSpPr>
        <p:spPr/>
        <p:txBody>
          <a:bodyPr/>
          <a:lstStyle>
            <a:lvl1pPr>
              <a:defRPr>
                <a:solidFill>
                  <a:schemeClr val="bg1">
                    <a:alpha val="78000"/>
                  </a:schemeClr>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3317380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accent3">
            <a:lumMod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647C7-955C-FC73-3737-298D139F209D}"/>
              </a:ext>
            </a:extLst>
          </p:cNvPr>
          <p:cNvSpPr>
            <a:spLocks noGrp="1"/>
          </p:cNvSpPr>
          <p:nvPr>
            <p:ph type="title"/>
          </p:nvPr>
        </p:nvSpPr>
        <p:spPr>
          <a:xfrm>
            <a:off x="822960" y="822960"/>
            <a:ext cx="4754880" cy="4114800"/>
          </a:xfrm>
          <a:prstGeom prst="rect">
            <a:avLst/>
          </a:prstGeom>
        </p:spPr>
        <p:txBody>
          <a:bodyPr anchor="b">
            <a:noAutofit/>
          </a:bodyPr>
          <a:lstStyle>
            <a:lvl1pPr algn="r">
              <a:lnSpc>
                <a:spcPct val="100000"/>
              </a:lnSpc>
              <a:defRPr sz="5400" b="1">
                <a:solidFill>
                  <a:schemeClr val="bg1"/>
                </a:solidFill>
                <a:latin typeface="+mj-lt"/>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4EA9653-6F42-EC48-B443-D3FF0CD0D4C1}"/>
              </a:ext>
            </a:extLst>
          </p:cNvPr>
          <p:cNvSpPr>
            <a:spLocks noGrp="1"/>
          </p:cNvSpPr>
          <p:nvPr>
            <p:ph type="body" idx="1"/>
          </p:nvPr>
        </p:nvSpPr>
        <p:spPr>
          <a:xfrm>
            <a:off x="822960" y="5175504"/>
            <a:ext cx="4754880" cy="914400"/>
          </a:xfrm>
        </p:spPr>
        <p:txBody>
          <a:bodyPr/>
          <a:lstStyle>
            <a:lvl1pPr marL="0" indent="0" algn="r">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Picture Placeholder 8">
            <a:extLst>
              <a:ext uri="{FF2B5EF4-FFF2-40B4-BE49-F238E27FC236}">
                <a16:creationId xmlns:a16="http://schemas.microsoft.com/office/drawing/2014/main" id="{37A5DB37-3750-510E-8CAA-D76AFD5CC5D8}"/>
              </a:ext>
            </a:extLst>
          </p:cNvPr>
          <p:cNvSpPr>
            <a:spLocks noGrp="1"/>
          </p:cNvSpPr>
          <p:nvPr>
            <p:ph type="pic" sz="quarter" idx="10"/>
          </p:nvPr>
        </p:nvSpPr>
        <p:spPr>
          <a:xfrm>
            <a:off x="6096000" y="0"/>
            <a:ext cx="6096000" cy="6858000"/>
          </a:xfrm>
          <a:solidFill>
            <a:schemeClr val="bg1">
              <a:lumMod val="95000"/>
            </a:schemeClr>
          </a:solidFill>
        </p:spPr>
        <p:txBody>
          <a:bodyPr anchor="t"/>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29251682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0577E-706F-A37B-4229-35D618DD2969}"/>
              </a:ext>
            </a:extLst>
          </p:cNvPr>
          <p:cNvSpPr>
            <a:spLocks noGrp="1"/>
          </p:cNvSpPr>
          <p:nvPr>
            <p:ph type="title" hasCustomPrompt="1"/>
          </p:nvPr>
        </p:nvSpPr>
        <p:spPr>
          <a:xfrm>
            <a:off x="822960" y="822960"/>
            <a:ext cx="4937760" cy="192024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4" name="Content Placeholder 3">
            <a:extLst>
              <a:ext uri="{FF2B5EF4-FFF2-40B4-BE49-F238E27FC236}">
                <a16:creationId xmlns:a16="http://schemas.microsoft.com/office/drawing/2014/main" id="{A915BFF6-ADF4-B12B-F366-E1E7F245C3B3}"/>
              </a:ext>
            </a:extLst>
          </p:cNvPr>
          <p:cNvSpPr>
            <a:spLocks noGrp="1"/>
          </p:cNvSpPr>
          <p:nvPr>
            <p:ph sz="half" idx="2"/>
          </p:nvPr>
        </p:nvSpPr>
        <p:spPr>
          <a:xfrm>
            <a:off x="6263640" y="822960"/>
            <a:ext cx="5111497" cy="3566160"/>
          </a:xfrm>
        </p:spPr>
        <p:txBody>
          <a:bodyPr/>
          <a:lstStyle>
            <a:lvl1pPr marL="283464" indent="-283464">
              <a:defRPr sz="1800">
                <a:solidFill>
                  <a:schemeClr val="bg1"/>
                </a:solidFill>
              </a:defRPr>
            </a:lvl1pPr>
            <a:lvl2pPr indent="-283464">
              <a:defRPr sz="1600">
                <a:solidFill>
                  <a:schemeClr val="bg1"/>
                </a:solidFill>
              </a:defRPr>
            </a:lvl2pPr>
            <a:lvl3pPr indent="-283464">
              <a:defRPr sz="1400">
                <a:solidFill>
                  <a:schemeClr val="bg1"/>
                </a:solidFill>
              </a:defRPr>
            </a:lvl3pPr>
            <a:lvl4pPr indent="-283464">
              <a:defRPr sz="1400">
                <a:solidFill>
                  <a:schemeClr val="bg1"/>
                </a:solidFill>
              </a:defRPr>
            </a:lvl4pPr>
            <a:lvl5pPr indent="-283464">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16">
            <a:extLst>
              <a:ext uri="{FF2B5EF4-FFF2-40B4-BE49-F238E27FC236}">
                <a16:creationId xmlns:a16="http://schemas.microsoft.com/office/drawing/2014/main" id="{6EAC12B0-20CC-C7DC-2FB8-1B9FE9CCFCCB}"/>
              </a:ext>
            </a:extLst>
          </p:cNvPr>
          <p:cNvSpPr>
            <a:spLocks noGrp="1"/>
          </p:cNvSpPr>
          <p:nvPr>
            <p:ph type="pic" sz="quarter" idx="14"/>
          </p:nvPr>
        </p:nvSpPr>
        <p:spPr>
          <a:xfrm>
            <a:off x="2" y="4471416"/>
            <a:ext cx="12192000" cy="2386584"/>
          </a:xfrm>
          <a:noFill/>
        </p:spPr>
        <p:txBody>
          <a:bodyPr anchor="t"/>
          <a:lstStyle>
            <a:lvl1pPr marL="0" indent="0" algn="ctr">
              <a:buNone/>
              <a:defRPr>
                <a:solidFill>
                  <a:schemeClr val="bg1"/>
                </a:solidFill>
              </a:defRPr>
            </a:lvl1pPr>
          </a:lstStyle>
          <a:p>
            <a:r>
              <a:rPr lang="en-US" noProof="0"/>
              <a:t>Click icon to add picture</a:t>
            </a:r>
            <a:endParaRPr lang="en-US" noProof="0" dirty="0"/>
          </a:p>
        </p:txBody>
      </p:sp>
      <p:sp>
        <p:nvSpPr>
          <p:cNvPr id="14" name="Footer Placeholder 13">
            <a:extLst>
              <a:ext uri="{FF2B5EF4-FFF2-40B4-BE49-F238E27FC236}">
                <a16:creationId xmlns:a16="http://schemas.microsoft.com/office/drawing/2014/main" id="{C78AC046-3CF2-802F-750B-B70D9B89A33E}"/>
              </a:ext>
            </a:extLst>
          </p:cNvPr>
          <p:cNvSpPr>
            <a:spLocks noGrp="1"/>
          </p:cNvSpPr>
          <p:nvPr>
            <p:ph type="ftr" sz="quarter" idx="12"/>
          </p:nvPr>
        </p:nvSpPr>
        <p:spPr>
          <a:xfrm>
            <a:off x="173738" y="6254497"/>
            <a:ext cx="4114800" cy="365125"/>
          </a:xfrm>
          <a:prstGeom prst="rect">
            <a:avLst/>
          </a:prstGeom>
        </p:spPr>
        <p:txBody>
          <a:bodyPr/>
          <a:lstStyle>
            <a:lvl1pPr>
              <a:defRPr>
                <a:solidFill>
                  <a:schemeClr val="bg1">
                    <a:alpha val="78000"/>
                  </a:schemeClr>
                </a:solidFill>
              </a:defRPr>
            </a:lvl1pPr>
          </a:lstStyle>
          <a:p>
            <a:endParaRPr lang="en-US" dirty="0"/>
          </a:p>
        </p:txBody>
      </p:sp>
      <p:sp>
        <p:nvSpPr>
          <p:cNvPr id="15" name="Slide Number Placeholder 14">
            <a:extLst>
              <a:ext uri="{FF2B5EF4-FFF2-40B4-BE49-F238E27FC236}">
                <a16:creationId xmlns:a16="http://schemas.microsoft.com/office/drawing/2014/main" id="{E9B26AA9-8344-BF2E-82C8-AF9EDF269B92}"/>
              </a:ext>
            </a:extLst>
          </p:cNvPr>
          <p:cNvSpPr>
            <a:spLocks noGrp="1"/>
          </p:cNvSpPr>
          <p:nvPr>
            <p:ph type="sldNum" sz="quarter" idx="13"/>
          </p:nvPr>
        </p:nvSpPr>
        <p:spPr/>
        <p:txBody>
          <a:bodyPr/>
          <a:lstStyle>
            <a:lvl1pPr>
              <a:defRPr>
                <a:solidFill>
                  <a:schemeClr val="bg1"/>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9209337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age and title">
    <p:bg>
      <p:bgPr>
        <a:solidFill>
          <a:schemeClr val="accent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4567E9-2483-C330-76B4-52F75C9504A9}"/>
              </a:ext>
            </a:extLst>
          </p:cNvPr>
          <p:cNvSpPr>
            <a:spLocks noGrp="1"/>
          </p:cNvSpPr>
          <p:nvPr>
            <p:ph type="title" hasCustomPrompt="1"/>
          </p:nvPr>
        </p:nvSpPr>
        <p:spPr>
          <a:xfrm>
            <a:off x="6675120" y="822960"/>
            <a:ext cx="4754880" cy="4114800"/>
          </a:xfrm>
          <a:prstGeom prst="rect">
            <a:avLst/>
          </a:prstGeom>
        </p:spPr>
        <p:txBody>
          <a:bodyPr anchor="b">
            <a:normAutofit/>
          </a:bodyPr>
          <a:lstStyle>
            <a:lvl1pPr>
              <a:defRPr sz="5400" b="1">
                <a:solidFill>
                  <a:schemeClr val="bg1"/>
                </a:solidFill>
                <a:latin typeface="+mj-lt"/>
              </a:defRPr>
            </a:lvl1pPr>
          </a:lstStyle>
          <a:p>
            <a:r>
              <a:rPr lang="en-US" dirty="0"/>
              <a:t>click to edit master title style</a:t>
            </a:r>
          </a:p>
        </p:txBody>
      </p:sp>
      <p:sp>
        <p:nvSpPr>
          <p:cNvPr id="2" name="Picture Placeholder 16">
            <a:extLst>
              <a:ext uri="{FF2B5EF4-FFF2-40B4-BE49-F238E27FC236}">
                <a16:creationId xmlns:a16="http://schemas.microsoft.com/office/drawing/2014/main" id="{A6C9DAC2-F86A-0D7B-2EA8-DAE9CF8E03B5}"/>
              </a:ext>
            </a:extLst>
          </p:cNvPr>
          <p:cNvSpPr>
            <a:spLocks noGrp="1"/>
          </p:cNvSpPr>
          <p:nvPr>
            <p:ph type="pic" sz="quarter" idx="13"/>
          </p:nvPr>
        </p:nvSpPr>
        <p:spPr>
          <a:xfrm>
            <a:off x="1" y="1"/>
            <a:ext cx="6099049" cy="6857999"/>
          </a:xfrm>
          <a:solidFill>
            <a:schemeClr val="bg1">
              <a:lumMod val="95000"/>
            </a:schemeClr>
          </a:solidFill>
        </p:spPr>
        <p:txBody>
          <a:bodyPr anchor="t"/>
          <a:lstStyle>
            <a:lvl1pPr marL="0" indent="0" algn="ctr">
              <a:buNone/>
              <a:defRPr>
                <a:solidFill>
                  <a:schemeClr val="tx1"/>
                </a:solidFill>
              </a:defRPr>
            </a:lvl1pPr>
          </a:lstStyle>
          <a:p>
            <a:r>
              <a:rPr lang="en-US" noProof="0"/>
              <a:t>Click icon to add picture</a:t>
            </a:r>
            <a:endParaRPr lang="en-US" noProof="0" dirty="0"/>
          </a:p>
        </p:txBody>
      </p:sp>
      <p:sp>
        <p:nvSpPr>
          <p:cNvPr id="3" name="Text Placeholder 2">
            <a:extLst>
              <a:ext uri="{FF2B5EF4-FFF2-40B4-BE49-F238E27FC236}">
                <a16:creationId xmlns:a16="http://schemas.microsoft.com/office/drawing/2014/main" id="{D248F38D-10C4-434A-0F9B-619CCAB674D3}"/>
              </a:ext>
            </a:extLst>
          </p:cNvPr>
          <p:cNvSpPr>
            <a:spLocks noGrp="1"/>
          </p:cNvSpPr>
          <p:nvPr>
            <p:ph type="body" idx="1"/>
          </p:nvPr>
        </p:nvSpPr>
        <p:spPr>
          <a:xfrm>
            <a:off x="6675120" y="5175504"/>
            <a:ext cx="4754880" cy="914400"/>
          </a:xfrm>
        </p:spPr>
        <p:txBody>
          <a:bodyPr/>
          <a:lstStyle>
            <a:lvl1pPr marL="0" indent="0" algn="l">
              <a:buFont typeface="Arial" panose="020B0604020202020204" pitchFamily="34" charset="0"/>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733502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tx2"/>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2E9B473-9612-90C4-92F3-3DAB99570ABE}"/>
              </a:ext>
            </a:extLst>
          </p:cNvPr>
          <p:cNvSpPr>
            <a:spLocks noGrp="1"/>
          </p:cNvSpPr>
          <p:nvPr>
            <p:ph type="title" hasCustomPrompt="1"/>
          </p:nvPr>
        </p:nvSpPr>
        <p:spPr>
          <a:xfrm>
            <a:off x="822960" y="822960"/>
            <a:ext cx="4023360" cy="192024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B1119AD1-1029-1DE8-E36D-41EF92EDBFC2}"/>
              </a:ext>
            </a:extLst>
          </p:cNvPr>
          <p:cNvSpPr>
            <a:spLocks noGrp="1"/>
          </p:cNvSpPr>
          <p:nvPr>
            <p:ph idx="1"/>
          </p:nvPr>
        </p:nvSpPr>
        <p:spPr>
          <a:xfrm>
            <a:off x="822960" y="3529584"/>
            <a:ext cx="4023360" cy="1920240"/>
          </a:xfrm>
        </p:spPr>
        <p:txBody>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2">
            <a:extLst>
              <a:ext uri="{FF2B5EF4-FFF2-40B4-BE49-F238E27FC236}">
                <a16:creationId xmlns:a16="http://schemas.microsoft.com/office/drawing/2014/main" id="{E59FE3EB-4655-2339-C82A-C74B21F76556}"/>
              </a:ext>
            </a:extLst>
          </p:cNvPr>
          <p:cNvSpPr>
            <a:spLocks noGrp="1"/>
          </p:cNvSpPr>
          <p:nvPr>
            <p:ph idx="15"/>
          </p:nvPr>
        </p:nvSpPr>
        <p:spPr>
          <a:xfrm>
            <a:off x="5486400" y="822960"/>
            <a:ext cx="5861305" cy="4846320"/>
          </a:xfrm>
        </p:spPr>
        <p:txBody>
          <a:bodyPr/>
          <a:lstStyle>
            <a:lvl1pPr>
              <a:defRPr sz="1600">
                <a:solidFill>
                  <a:schemeClr val="bg1"/>
                </a:solidFill>
              </a:defRPr>
            </a:lvl1pPr>
            <a:lvl2pPr>
              <a:defRPr sz="1400">
                <a:solidFill>
                  <a:schemeClr val="bg1"/>
                </a:solidFill>
              </a:defRPr>
            </a:lvl2pPr>
            <a:lvl3pPr>
              <a:defRPr sz="1200">
                <a:solidFill>
                  <a:schemeClr val="bg1"/>
                </a:solidFill>
              </a:defRPr>
            </a:lvl3pPr>
            <a:lvl4pPr>
              <a:defRPr sz="11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E24F3A78-F067-8639-9E61-32AE80986E08}"/>
              </a:ext>
            </a:extLst>
          </p:cNvPr>
          <p:cNvSpPr>
            <a:spLocks noGrp="1"/>
          </p:cNvSpPr>
          <p:nvPr>
            <p:ph type="pic" sz="quarter" idx="12"/>
          </p:nvPr>
        </p:nvSpPr>
        <p:spPr>
          <a:xfrm>
            <a:off x="0" y="6007608"/>
            <a:ext cx="12192000" cy="850392"/>
          </a:xfrm>
          <a:prstGeom prst="rect">
            <a:avLst/>
          </a:prstGeom>
          <a:solidFill>
            <a:schemeClr val="accent1">
              <a:lumMod val="75000"/>
            </a:schemeClr>
          </a:solidFill>
        </p:spPr>
        <p:txBody>
          <a:bodyPr wrap="square">
            <a:noAutofit/>
          </a:bodyPr>
          <a:lstStyle>
            <a:lvl1pPr marL="0" indent="0" algn="l">
              <a:buNone/>
              <a:defRPr/>
            </a:lvl1pPr>
          </a:lstStyle>
          <a:p>
            <a:r>
              <a:rPr lang="en-US"/>
              <a:t>Click icon to add picture</a:t>
            </a:r>
            <a:endParaRPr lang="en-US" dirty="0"/>
          </a:p>
        </p:txBody>
      </p:sp>
      <p:sp>
        <p:nvSpPr>
          <p:cNvPr id="2" name="Footer Placeholder 1">
            <a:extLst>
              <a:ext uri="{FF2B5EF4-FFF2-40B4-BE49-F238E27FC236}">
                <a16:creationId xmlns:a16="http://schemas.microsoft.com/office/drawing/2014/main" id="{FFD9871F-9716-E693-46E0-C82668C233AA}"/>
              </a:ext>
            </a:extLst>
          </p:cNvPr>
          <p:cNvSpPr>
            <a:spLocks noGrp="1"/>
          </p:cNvSpPr>
          <p:nvPr>
            <p:ph type="ftr" sz="quarter" idx="13"/>
          </p:nvPr>
        </p:nvSpPr>
        <p:spPr>
          <a:xfrm>
            <a:off x="173738" y="6276548"/>
            <a:ext cx="4114800" cy="365125"/>
          </a:xfrm>
          <a:prstGeom prst="rect">
            <a:avLst/>
          </a:prstGeom>
        </p:spPr>
        <p:txBody>
          <a:bodyPr/>
          <a:lstStyle>
            <a:lvl1pPr>
              <a:defRPr>
                <a:solidFill>
                  <a:schemeClr val="bg1"/>
                </a:solidFill>
              </a:defRPr>
            </a:lvl1pPr>
          </a:lstStyle>
          <a:p>
            <a:endParaRPr lang="en-US" dirty="0"/>
          </a:p>
        </p:txBody>
      </p:sp>
      <p:sp>
        <p:nvSpPr>
          <p:cNvPr id="8" name="Slide Number Placeholder 7">
            <a:extLst>
              <a:ext uri="{FF2B5EF4-FFF2-40B4-BE49-F238E27FC236}">
                <a16:creationId xmlns:a16="http://schemas.microsoft.com/office/drawing/2014/main" id="{33B6AA57-B313-9EB7-BDE7-E6B64F9104E4}"/>
              </a:ext>
            </a:extLst>
          </p:cNvPr>
          <p:cNvSpPr>
            <a:spLocks noGrp="1"/>
          </p:cNvSpPr>
          <p:nvPr>
            <p:ph type="sldNum" sz="quarter" idx="14"/>
          </p:nvPr>
        </p:nvSpPr>
        <p:spPr/>
        <p:txBody>
          <a:bodyPr/>
          <a:lstStyle>
            <a:lvl1pPr>
              <a:defRPr>
                <a:solidFill>
                  <a:schemeClr val="bg1">
                    <a:alpha val="78000"/>
                  </a:schemeClr>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1126926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tx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4567E9-2483-C330-76B4-52F75C9504A9}"/>
              </a:ext>
            </a:extLst>
          </p:cNvPr>
          <p:cNvSpPr>
            <a:spLocks noGrp="1"/>
          </p:cNvSpPr>
          <p:nvPr>
            <p:ph type="title" hasCustomPrompt="1"/>
          </p:nvPr>
        </p:nvSpPr>
        <p:spPr>
          <a:xfrm>
            <a:off x="6812282" y="822960"/>
            <a:ext cx="4663440" cy="192024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9" name="Picture Placeholder 8">
            <a:extLst>
              <a:ext uri="{FF2B5EF4-FFF2-40B4-BE49-F238E27FC236}">
                <a16:creationId xmlns:a16="http://schemas.microsoft.com/office/drawing/2014/main" id="{37A5DB37-3750-510E-8CAA-D76AFD5CC5D8}"/>
              </a:ext>
            </a:extLst>
          </p:cNvPr>
          <p:cNvSpPr>
            <a:spLocks noGrp="1"/>
          </p:cNvSpPr>
          <p:nvPr>
            <p:ph type="pic" sz="quarter" idx="10"/>
          </p:nvPr>
        </p:nvSpPr>
        <p:spPr>
          <a:xfrm>
            <a:off x="0" y="0"/>
            <a:ext cx="6108192" cy="6858000"/>
          </a:xfrm>
          <a:solidFill>
            <a:schemeClr val="bg1">
              <a:lumMod val="95000"/>
            </a:schemeClr>
          </a:solidFill>
        </p:spPr>
        <p:txBody>
          <a:bodyPr anchor="ctr"/>
          <a:lstStyle>
            <a:lvl1pPr marL="0" indent="0" algn="ctr">
              <a:buNone/>
              <a:defRPr/>
            </a:lvl1pPr>
          </a:lstStyle>
          <a:p>
            <a:r>
              <a:rPr lang="en-US"/>
              <a:t>Click icon to add picture</a:t>
            </a:r>
            <a:endParaRPr lang="en-US" dirty="0"/>
          </a:p>
        </p:txBody>
      </p:sp>
      <p:sp>
        <p:nvSpPr>
          <p:cNvPr id="5" name="Content Placeholder 5">
            <a:extLst>
              <a:ext uri="{FF2B5EF4-FFF2-40B4-BE49-F238E27FC236}">
                <a16:creationId xmlns:a16="http://schemas.microsoft.com/office/drawing/2014/main" id="{71B91E2B-214A-27EB-DD9A-E9FF3D8BFBD7}"/>
              </a:ext>
            </a:extLst>
          </p:cNvPr>
          <p:cNvSpPr>
            <a:spLocks noGrp="1"/>
          </p:cNvSpPr>
          <p:nvPr>
            <p:ph sz="quarter" idx="14"/>
          </p:nvPr>
        </p:nvSpPr>
        <p:spPr>
          <a:xfrm>
            <a:off x="6812282" y="3529584"/>
            <a:ext cx="4663440" cy="2350008"/>
          </a:xfrm>
        </p:spPr>
        <p:txBody>
          <a:bodyPr/>
          <a:lstStyle>
            <a:lvl1pPr marL="285750" indent="-285750">
              <a:lnSpc>
                <a:spcPct val="90000"/>
              </a:lnSpc>
              <a:spcBef>
                <a:spcPts val="1000"/>
              </a:spcBef>
              <a:spcAft>
                <a:spcPts val="0"/>
              </a:spcAft>
              <a:buFont typeface="Arial" panose="020B0604020202020204" pitchFamily="34" charset="0"/>
              <a:buChar cha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Footer Placeholder 1">
            <a:extLst>
              <a:ext uri="{FF2B5EF4-FFF2-40B4-BE49-F238E27FC236}">
                <a16:creationId xmlns:a16="http://schemas.microsoft.com/office/drawing/2014/main" id="{CD0CFB59-AAC5-2429-8ABD-5C7810D2FE83}"/>
              </a:ext>
            </a:extLst>
          </p:cNvPr>
          <p:cNvSpPr>
            <a:spLocks noGrp="1"/>
          </p:cNvSpPr>
          <p:nvPr>
            <p:ph type="ftr" sz="quarter" idx="11"/>
          </p:nvPr>
        </p:nvSpPr>
        <p:spPr>
          <a:xfrm>
            <a:off x="6812282" y="6254497"/>
            <a:ext cx="4114800" cy="365125"/>
          </a:xfrm>
          <a:prstGeom prst="rect">
            <a:avLst/>
          </a:prstGeom>
        </p:spPr>
        <p:txBody>
          <a:bodyPr/>
          <a:lstStyle>
            <a:lvl1pPr>
              <a:defRPr>
                <a:solidFill>
                  <a:schemeClr val="bg1">
                    <a:alpha val="78000"/>
                  </a:schemeClr>
                </a:solidFill>
              </a:defRPr>
            </a:lvl1pPr>
          </a:lstStyle>
          <a:p>
            <a:endParaRPr lang="en-US" dirty="0"/>
          </a:p>
        </p:txBody>
      </p:sp>
      <p:sp>
        <p:nvSpPr>
          <p:cNvPr id="6" name="Slide Number Placeholder 5">
            <a:extLst>
              <a:ext uri="{FF2B5EF4-FFF2-40B4-BE49-F238E27FC236}">
                <a16:creationId xmlns:a16="http://schemas.microsoft.com/office/drawing/2014/main" id="{A4BBF308-C3AC-92A2-F532-FF8180F43036}"/>
              </a:ext>
            </a:extLst>
          </p:cNvPr>
          <p:cNvSpPr>
            <a:spLocks noGrp="1"/>
          </p:cNvSpPr>
          <p:nvPr>
            <p:ph type="sldNum" sz="quarter" idx="12"/>
          </p:nvPr>
        </p:nvSpPr>
        <p:spPr/>
        <p:txBody>
          <a:bodyPr/>
          <a:lstStyle>
            <a:lvl1pPr>
              <a:defRPr>
                <a:solidFill>
                  <a:schemeClr val="bg1">
                    <a:alpha val="78000"/>
                  </a:schemeClr>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35652740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5">
            <a:lumMod val="5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B294162-C98D-D8F6-47BD-4CE34B63F89E}"/>
              </a:ext>
            </a:extLst>
          </p:cNvPr>
          <p:cNvSpPr>
            <a:spLocks noGrp="1"/>
          </p:cNvSpPr>
          <p:nvPr>
            <p:ph type="title" hasCustomPrompt="1"/>
          </p:nvPr>
        </p:nvSpPr>
        <p:spPr>
          <a:xfrm>
            <a:off x="822961" y="1097280"/>
            <a:ext cx="10515600" cy="164592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4" name="Picture Placeholder 3">
            <a:extLst>
              <a:ext uri="{FF2B5EF4-FFF2-40B4-BE49-F238E27FC236}">
                <a16:creationId xmlns:a16="http://schemas.microsoft.com/office/drawing/2014/main" id="{A1BAF3EC-96ED-627A-D8DF-71B5521F8C59}"/>
              </a:ext>
            </a:extLst>
          </p:cNvPr>
          <p:cNvSpPr>
            <a:spLocks noGrp="1"/>
          </p:cNvSpPr>
          <p:nvPr>
            <p:ph type="pic" sz="quarter" idx="12"/>
          </p:nvPr>
        </p:nvSpPr>
        <p:spPr>
          <a:xfrm>
            <a:off x="0" y="-23150"/>
            <a:ext cx="12192000" cy="667512"/>
          </a:xfrm>
          <a:solidFill>
            <a:schemeClr val="accent1">
              <a:lumMod val="75000"/>
            </a:schemeClr>
          </a:solidFill>
        </p:spPr>
        <p:txBody>
          <a:bodyPr/>
          <a:lstStyle>
            <a:lvl1pPr marL="0" indent="0" algn="l">
              <a:buNone/>
              <a:defRPr sz="2000">
                <a:solidFill>
                  <a:schemeClr val="bg1"/>
                </a:solidFill>
              </a:defRPr>
            </a:lvl1pPr>
          </a:lstStyle>
          <a:p>
            <a:r>
              <a:rPr lang="en-US"/>
              <a:t>Click icon to add picture</a:t>
            </a:r>
            <a:endParaRPr lang="en-US" dirty="0"/>
          </a:p>
        </p:txBody>
      </p:sp>
      <p:sp>
        <p:nvSpPr>
          <p:cNvPr id="19" name="Content Placeholder 2">
            <a:extLst>
              <a:ext uri="{FF2B5EF4-FFF2-40B4-BE49-F238E27FC236}">
                <a16:creationId xmlns:a16="http://schemas.microsoft.com/office/drawing/2014/main" id="{EDED7F42-DE45-0982-D0EE-36467303760D}"/>
              </a:ext>
            </a:extLst>
          </p:cNvPr>
          <p:cNvSpPr>
            <a:spLocks noGrp="1"/>
          </p:cNvSpPr>
          <p:nvPr>
            <p:ph idx="1"/>
          </p:nvPr>
        </p:nvSpPr>
        <p:spPr>
          <a:xfrm>
            <a:off x="822960" y="3529584"/>
            <a:ext cx="4937760" cy="2103120"/>
          </a:xfrm>
        </p:spPr>
        <p:txBody>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Content Placeholder 5">
            <a:extLst>
              <a:ext uri="{FF2B5EF4-FFF2-40B4-BE49-F238E27FC236}">
                <a16:creationId xmlns:a16="http://schemas.microsoft.com/office/drawing/2014/main" id="{6B366AA0-2DAB-8B01-E9CA-4EFD01184AB1}"/>
              </a:ext>
            </a:extLst>
          </p:cNvPr>
          <p:cNvSpPr>
            <a:spLocks noGrp="1"/>
          </p:cNvSpPr>
          <p:nvPr>
            <p:ph sz="quarter" idx="14"/>
          </p:nvPr>
        </p:nvSpPr>
        <p:spPr>
          <a:xfrm>
            <a:off x="6400800" y="3529584"/>
            <a:ext cx="4937760" cy="2103120"/>
          </a:xfrm>
        </p:spPr>
        <p:txBody>
          <a:bodyPr/>
          <a:lstStyle>
            <a:lvl1pPr marL="0" indent="0">
              <a:lnSpc>
                <a:spcPct val="90000"/>
              </a:lnSpc>
              <a:spcBef>
                <a:spcPts val="1000"/>
              </a:spcBef>
              <a:spcAft>
                <a:spcPts val="0"/>
              </a:spcAft>
              <a:buFont typeface="Arial" panose="020B0604020202020204" pitchFamily="34" charset="0"/>
              <a:buNone/>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Footer Placeholder 1">
            <a:extLst>
              <a:ext uri="{FF2B5EF4-FFF2-40B4-BE49-F238E27FC236}">
                <a16:creationId xmlns:a16="http://schemas.microsoft.com/office/drawing/2014/main" id="{EC3AD13A-778C-0B94-E890-F60B86ABB584}"/>
              </a:ext>
            </a:extLst>
          </p:cNvPr>
          <p:cNvSpPr>
            <a:spLocks noGrp="1"/>
          </p:cNvSpPr>
          <p:nvPr>
            <p:ph type="ftr" sz="quarter" idx="29"/>
          </p:nvPr>
        </p:nvSpPr>
        <p:spPr>
          <a:xfrm>
            <a:off x="173738" y="6254497"/>
            <a:ext cx="4114800" cy="365125"/>
          </a:xfrm>
          <a:prstGeom prst="rect">
            <a:avLst/>
          </a:prstGeom>
        </p:spPr>
        <p:txBody>
          <a:bodyPr/>
          <a:lstStyle>
            <a:lvl1pPr>
              <a:defRPr>
                <a:solidFill>
                  <a:schemeClr val="bg1"/>
                </a:solidFill>
              </a:defRPr>
            </a:lvl1pPr>
          </a:lstStyle>
          <a:p>
            <a:endParaRPr lang="en-US" dirty="0"/>
          </a:p>
        </p:txBody>
      </p:sp>
      <p:sp>
        <p:nvSpPr>
          <p:cNvPr id="3" name="Slide Number Placeholder 2">
            <a:extLst>
              <a:ext uri="{FF2B5EF4-FFF2-40B4-BE49-F238E27FC236}">
                <a16:creationId xmlns:a16="http://schemas.microsoft.com/office/drawing/2014/main" id="{2434822A-F2F6-6134-01C8-6CB9A884CDD6}"/>
              </a:ext>
            </a:extLst>
          </p:cNvPr>
          <p:cNvSpPr>
            <a:spLocks noGrp="1"/>
          </p:cNvSpPr>
          <p:nvPr>
            <p:ph type="sldNum" sz="quarter" idx="30"/>
          </p:nvPr>
        </p:nvSpPr>
        <p:spPr/>
        <p:txBody>
          <a:bodyPr/>
          <a:lstStyle>
            <a:lvl1pPr>
              <a:defRPr>
                <a:solidFill>
                  <a:schemeClr val="bg1"/>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4136719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2">
    <p:bg>
      <p:bgPr>
        <a:solidFill>
          <a:schemeClr val="accent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B294162-C98D-D8F6-47BD-4CE34B63F89E}"/>
              </a:ext>
            </a:extLst>
          </p:cNvPr>
          <p:cNvSpPr>
            <a:spLocks noGrp="1"/>
          </p:cNvSpPr>
          <p:nvPr>
            <p:ph type="title" hasCustomPrompt="1"/>
          </p:nvPr>
        </p:nvSpPr>
        <p:spPr>
          <a:xfrm>
            <a:off x="822960" y="1097280"/>
            <a:ext cx="10424160" cy="164592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4" name="Picture Placeholder 3">
            <a:extLst>
              <a:ext uri="{FF2B5EF4-FFF2-40B4-BE49-F238E27FC236}">
                <a16:creationId xmlns:a16="http://schemas.microsoft.com/office/drawing/2014/main" id="{A1BAF3EC-96ED-627A-D8DF-71B5521F8C59}"/>
              </a:ext>
            </a:extLst>
          </p:cNvPr>
          <p:cNvSpPr>
            <a:spLocks noGrp="1"/>
          </p:cNvSpPr>
          <p:nvPr>
            <p:ph type="pic" sz="quarter" idx="12"/>
          </p:nvPr>
        </p:nvSpPr>
        <p:spPr>
          <a:xfrm>
            <a:off x="0" y="0"/>
            <a:ext cx="12192000" cy="658368"/>
          </a:xfrm>
          <a:solidFill>
            <a:schemeClr val="accent2">
              <a:lumMod val="20000"/>
              <a:lumOff val="80000"/>
            </a:schemeClr>
          </a:solidFill>
        </p:spPr>
        <p:txBody>
          <a:bodyPr/>
          <a:lstStyle>
            <a:lvl1pPr marL="0" indent="0" algn="l">
              <a:buNone/>
              <a:defRPr sz="1800"/>
            </a:lvl1pPr>
          </a:lstStyle>
          <a:p>
            <a:r>
              <a:rPr lang="en-US"/>
              <a:t>Click icon to add picture</a:t>
            </a:r>
            <a:endParaRPr lang="en-US" dirty="0"/>
          </a:p>
        </p:txBody>
      </p:sp>
      <p:sp>
        <p:nvSpPr>
          <p:cNvPr id="8" name="Content Placeholder 2">
            <a:extLst>
              <a:ext uri="{FF2B5EF4-FFF2-40B4-BE49-F238E27FC236}">
                <a16:creationId xmlns:a16="http://schemas.microsoft.com/office/drawing/2014/main" id="{9ADC6F7A-27D8-EC45-FC60-C8858243DDB0}"/>
              </a:ext>
            </a:extLst>
          </p:cNvPr>
          <p:cNvSpPr>
            <a:spLocks noGrp="1"/>
          </p:cNvSpPr>
          <p:nvPr>
            <p:ph idx="1"/>
          </p:nvPr>
        </p:nvSpPr>
        <p:spPr>
          <a:xfrm>
            <a:off x="822961" y="3529584"/>
            <a:ext cx="3200400" cy="2286000"/>
          </a:xfrm>
        </p:spPr>
        <p:txBody>
          <a:bodyPr/>
          <a:lstStyle>
            <a:lvl1pPr marL="285750" indent="-285750">
              <a:buFont typeface="Arial" panose="020B0604020202020204" pitchFamily="34" charset="0"/>
              <a:buChar cha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5">
            <a:extLst>
              <a:ext uri="{FF2B5EF4-FFF2-40B4-BE49-F238E27FC236}">
                <a16:creationId xmlns:a16="http://schemas.microsoft.com/office/drawing/2014/main" id="{2EA7E2BE-086F-5B51-B0E9-BDC91DF14B7B}"/>
              </a:ext>
            </a:extLst>
          </p:cNvPr>
          <p:cNvSpPr>
            <a:spLocks noGrp="1"/>
          </p:cNvSpPr>
          <p:nvPr>
            <p:ph sz="quarter" idx="15"/>
          </p:nvPr>
        </p:nvSpPr>
        <p:spPr>
          <a:xfrm>
            <a:off x="4261104" y="3529584"/>
            <a:ext cx="6986016" cy="2231136"/>
          </a:xfrm>
        </p:spPr>
        <p:txBody>
          <a:bodyPr/>
          <a:lstStyle>
            <a:lvl1pPr marL="0" indent="0">
              <a:lnSpc>
                <a:spcPct val="90000"/>
              </a:lnSpc>
              <a:spcBef>
                <a:spcPts val="1000"/>
              </a:spcBef>
              <a:spcAft>
                <a:spcPts val="0"/>
              </a:spcAft>
              <a:buFont typeface="Arial" panose="020B0604020202020204" pitchFamily="34" charset="0"/>
              <a:buNone/>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Footer Placeholder 1">
            <a:extLst>
              <a:ext uri="{FF2B5EF4-FFF2-40B4-BE49-F238E27FC236}">
                <a16:creationId xmlns:a16="http://schemas.microsoft.com/office/drawing/2014/main" id="{5C83E49A-BDF1-7E34-30FE-A4A45160F7AB}"/>
              </a:ext>
            </a:extLst>
          </p:cNvPr>
          <p:cNvSpPr>
            <a:spLocks noGrp="1"/>
          </p:cNvSpPr>
          <p:nvPr>
            <p:ph type="ftr" sz="quarter" idx="13"/>
          </p:nvPr>
        </p:nvSpPr>
        <p:spPr>
          <a:xfrm>
            <a:off x="173738" y="6254497"/>
            <a:ext cx="4114800" cy="365125"/>
          </a:xfrm>
          <a:prstGeom prst="rect">
            <a:avLst/>
          </a:prstGeom>
        </p:spPr>
        <p:txBody>
          <a:bodyPr/>
          <a:lstStyle>
            <a:lvl1pPr>
              <a:defRPr>
                <a:solidFill>
                  <a:schemeClr val="bg1">
                    <a:alpha val="78000"/>
                  </a:schemeClr>
                </a:solidFill>
              </a:defRPr>
            </a:lvl1pPr>
          </a:lstStyle>
          <a:p>
            <a:endParaRPr lang="en-US" dirty="0"/>
          </a:p>
        </p:txBody>
      </p:sp>
      <p:sp>
        <p:nvSpPr>
          <p:cNvPr id="6" name="Slide Number Placeholder 5">
            <a:extLst>
              <a:ext uri="{FF2B5EF4-FFF2-40B4-BE49-F238E27FC236}">
                <a16:creationId xmlns:a16="http://schemas.microsoft.com/office/drawing/2014/main" id="{CE10355B-1B69-AD49-6AB0-3D194609B2F5}"/>
              </a:ext>
            </a:extLst>
          </p:cNvPr>
          <p:cNvSpPr>
            <a:spLocks noGrp="1"/>
          </p:cNvSpPr>
          <p:nvPr>
            <p:ph type="sldNum" sz="quarter" idx="14"/>
          </p:nvPr>
        </p:nvSpPr>
        <p:spPr/>
        <p:txBody>
          <a:bodyPr/>
          <a:lstStyle>
            <a:lvl1pPr>
              <a:defRPr>
                <a:solidFill>
                  <a:schemeClr val="bg1">
                    <a:alpha val="78000"/>
                  </a:schemeClr>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4189783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tx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B294162-C98D-D8F6-47BD-4CE34B63F89E}"/>
              </a:ext>
            </a:extLst>
          </p:cNvPr>
          <p:cNvSpPr>
            <a:spLocks noGrp="1"/>
          </p:cNvSpPr>
          <p:nvPr>
            <p:ph type="title" hasCustomPrompt="1"/>
          </p:nvPr>
        </p:nvSpPr>
        <p:spPr>
          <a:xfrm>
            <a:off x="822960" y="1097280"/>
            <a:ext cx="10424160" cy="164592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4" name="Picture Placeholder 3">
            <a:extLst>
              <a:ext uri="{FF2B5EF4-FFF2-40B4-BE49-F238E27FC236}">
                <a16:creationId xmlns:a16="http://schemas.microsoft.com/office/drawing/2014/main" id="{A1BAF3EC-96ED-627A-D8DF-71B5521F8C59}"/>
              </a:ext>
            </a:extLst>
          </p:cNvPr>
          <p:cNvSpPr>
            <a:spLocks noGrp="1"/>
          </p:cNvSpPr>
          <p:nvPr>
            <p:ph type="pic" sz="quarter" idx="12"/>
          </p:nvPr>
        </p:nvSpPr>
        <p:spPr>
          <a:xfrm>
            <a:off x="0" y="0"/>
            <a:ext cx="12192000" cy="658368"/>
          </a:xfrm>
          <a:solidFill>
            <a:schemeClr val="accent1">
              <a:lumMod val="75000"/>
            </a:schemeClr>
          </a:solidFill>
        </p:spPr>
        <p:txBody>
          <a:bodyPr/>
          <a:lstStyle>
            <a:lvl1pPr marL="0" indent="0" algn="ctr">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B1119AD1-1029-1DE8-E36D-41EF92EDBFC2}"/>
              </a:ext>
            </a:extLst>
          </p:cNvPr>
          <p:cNvSpPr>
            <a:spLocks noGrp="1"/>
          </p:cNvSpPr>
          <p:nvPr>
            <p:ph idx="1"/>
          </p:nvPr>
        </p:nvSpPr>
        <p:spPr>
          <a:xfrm>
            <a:off x="914400" y="3529584"/>
            <a:ext cx="10360153" cy="2231136"/>
          </a:xfrm>
        </p:spPr>
        <p:txBody>
          <a:bodyPr/>
          <a:lstStyle>
            <a:lvl1pPr>
              <a:defRPr sz="1600">
                <a:solidFill>
                  <a:schemeClr val="bg1"/>
                </a:solidFill>
              </a:defRPr>
            </a:lvl1pPr>
            <a:lvl2pPr>
              <a:defRPr sz="1400">
                <a:solidFill>
                  <a:schemeClr val="bg1"/>
                </a:solidFill>
              </a:defRPr>
            </a:lvl2pPr>
            <a:lvl3pPr>
              <a:defRPr sz="1200">
                <a:solidFill>
                  <a:schemeClr val="bg1"/>
                </a:solidFill>
              </a:defRPr>
            </a:lvl3pPr>
            <a:lvl4pPr>
              <a:defRPr sz="11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Footer Placeholder 1">
            <a:extLst>
              <a:ext uri="{FF2B5EF4-FFF2-40B4-BE49-F238E27FC236}">
                <a16:creationId xmlns:a16="http://schemas.microsoft.com/office/drawing/2014/main" id="{5C83E49A-BDF1-7E34-30FE-A4A45160F7AB}"/>
              </a:ext>
            </a:extLst>
          </p:cNvPr>
          <p:cNvSpPr>
            <a:spLocks noGrp="1"/>
          </p:cNvSpPr>
          <p:nvPr>
            <p:ph type="ftr" sz="quarter" idx="13"/>
          </p:nvPr>
        </p:nvSpPr>
        <p:spPr>
          <a:xfrm>
            <a:off x="173738" y="6254497"/>
            <a:ext cx="4114800" cy="365125"/>
          </a:xfrm>
          <a:prstGeom prst="rect">
            <a:avLst/>
          </a:prstGeom>
        </p:spPr>
        <p:txBody>
          <a:bodyPr/>
          <a:lstStyle>
            <a:lvl1pPr>
              <a:defRPr>
                <a:solidFill>
                  <a:schemeClr val="bg1">
                    <a:alpha val="78000"/>
                  </a:schemeClr>
                </a:solidFill>
              </a:defRPr>
            </a:lvl1pPr>
          </a:lstStyle>
          <a:p>
            <a:endParaRPr lang="en-US" dirty="0"/>
          </a:p>
        </p:txBody>
      </p:sp>
      <p:sp>
        <p:nvSpPr>
          <p:cNvPr id="6" name="Slide Number Placeholder 5">
            <a:extLst>
              <a:ext uri="{FF2B5EF4-FFF2-40B4-BE49-F238E27FC236}">
                <a16:creationId xmlns:a16="http://schemas.microsoft.com/office/drawing/2014/main" id="{CE10355B-1B69-AD49-6AB0-3D194609B2F5}"/>
              </a:ext>
            </a:extLst>
          </p:cNvPr>
          <p:cNvSpPr>
            <a:spLocks noGrp="1"/>
          </p:cNvSpPr>
          <p:nvPr>
            <p:ph type="sldNum" sz="quarter" idx="14"/>
          </p:nvPr>
        </p:nvSpPr>
        <p:spPr/>
        <p:txBody>
          <a:bodyPr/>
          <a:lstStyle>
            <a:lvl1pPr>
              <a:defRPr>
                <a:solidFill>
                  <a:schemeClr val="bg1">
                    <a:alpha val="78000"/>
                  </a:schemeClr>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19093479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4567E9-2483-C330-76B4-52F75C9504A9}"/>
              </a:ext>
            </a:extLst>
          </p:cNvPr>
          <p:cNvSpPr>
            <a:spLocks noGrp="1"/>
          </p:cNvSpPr>
          <p:nvPr>
            <p:ph type="title" hasCustomPrompt="1"/>
          </p:nvPr>
        </p:nvSpPr>
        <p:spPr>
          <a:xfrm>
            <a:off x="4370833" y="822960"/>
            <a:ext cx="7040880" cy="5212080"/>
          </a:xfrm>
          <a:prstGeom prst="rect">
            <a:avLst/>
          </a:prstGeom>
        </p:spPr>
        <p:txBody>
          <a:bodyPr anchor="ctr">
            <a:normAutofit/>
          </a:bodyPr>
          <a:lstStyle>
            <a:lvl1pPr>
              <a:defRPr sz="6000" b="1" cap="all" baseline="0">
                <a:solidFill>
                  <a:schemeClr val="tx2"/>
                </a:solidFill>
                <a:latin typeface="+mj-lt"/>
              </a:defRPr>
            </a:lvl1pPr>
          </a:lstStyle>
          <a:p>
            <a:r>
              <a:rPr lang="en-US" dirty="0"/>
              <a:t>click to edit master title style</a:t>
            </a:r>
          </a:p>
        </p:txBody>
      </p:sp>
      <p:sp>
        <p:nvSpPr>
          <p:cNvPr id="9" name="Picture Placeholder 8">
            <a:extLst>
              <a:ext uri="{FF2B5EF4-FFF2-40B4-BE49-F238E27FC236}">
                <a16:creationId xmlns:a16="http://schemas.microsoft.com/office/drawing/2014/main" id="{37A5DB37-3750-510E-8CAA-D76AFD5CC5D8}"/>
              </a:ext>
            </a:extLst>
          </p:cNvPr>
          <p:cNvSpPr>
            <a:spLocks noGrp="1"/>
          </p:cNvSpPr>
          <p:nvPr>
            <p:ph type="pic" sz="quarter" idx="10"/>
          </p:nvPr>
        </p:nvSpPr>
        <p:spPr>
          <a:xfrm>
            <a:off x="0" y="0"/>
            <a:ext cx="4133088" cy="6858000"/>
          </a:xfrm>
          <a:noFill/>
        </p:spPr>
        <p:txBody>
          <a:bodyPr anchor="ctr"/>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8043759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accent5">
            <a:lumMod val="5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B294162-C98D-D8F6-47BD-4CE34B63F89E}"/>
              </a:ext>
            </a:extLst>
          </p:cNvPr>
          <p:cNvSpPr>
            <a:spLocks noGrp="1"/>
          </p:cNvSpPr>
          <p:nvPr>
            <p:ph type="title" hasCustomPrompt="1"/>
          </p:nvPr>
        </p:nvSpPr>
        <p:spPr>
          <a:xfrm>
            <a:off x="822961" y="1097280"/>
            <a:ext cx="10515600" cy="164592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4" name="Picture Placeholder 3">
            <a:extLst>
              <a:ext uri="{FF2B5EF4-FFF2-40B4-BE49-F238E27FC236}">
                <a16:creationId xmlns:a16="http://schemas.microsoft.com/office/drawing/2014/main" id="{A1BAF3EC-96ED-627A-D8DF-71B5521F8C59}"/>
              </a:ext>
            </a:extLst>
          </p:cNvPr>
          <p:cNvSpPr>
            <a:spLocks noGrp="1"/>
          </p:cNvSpPr>
          <p:nvPr>
            <p:ph type="pic" sz="quarter" idx="12"/>
          </p:nvPr>
        </p:nvSpPr>
        <p:spPr>
          <a:xfrm>
            <a:off x="0" y="-23150"/>
            <a:ext cx="12192000" cy="850392"/>
          </a:xfrm>
          <a:solidFill>
            <a:schemeClr val="accent1">
              <a:lumMod val="75000"/>
            </a:schemeClr>
          </a:solidFill>
        </p:spPr>
        <p:txBody>
          <a:bodyPr/>
          <a:lstStyle>
            <a:lvl1pPr marL="0" indent="0" algn="l">
              <a:buNone/>
              <a:defRPr sz="2000">
                <a:solidFill>
                  <a:schemeClr val="bg1"/>
                </a:solidFill>
              </a:defRPr>
            </a:lvl1pPr>
          </a:lstStyle>
          <a:p>
            <a:r>
              <a:rPr lang="en-US"/>
              <a:t>Click icon to add picture</a:t>
            </a:r>
            <a:endParaRPr lang="en-US" dirty="0"/>
          </a:p>
        </p:txBody>
      </p:sp>
      <p:sp>
        <p:nvSpPr>
          <p:cNvPr id="19" name="Content Placeholder 2">
            <a:extLst>
              <a:ext uri="{FF2B5EF4-FFF2-40B4-BE49-F238E27FC236}">
                <a16:creationId xmlns:a16="http://schemas.microsoft.com/office/drawing/2014/main" id="{EDED7F42-DE45-0982-D0EE-36467303760D}"/>
              </a:ext>
            </a:extLst>
          </p:cNvPr>
          <p:cNvSpPr>
            <a:spLocks noGrp="1"/>
          </p:cNvSpPr>
          <p:nvPr>
            <p:ph idx="1"/>
          </p:nvPr>
        </p:nvSpPr>
        <p:spPr>
          <a:xfrm>
            <a:off x="822961" y="3529584"/>
            <a:ext cx="7114032" cy="2103120"/>
          </a:xfrm>
        </p:spPr>
        <p:txBody>
          <a:bodyPr/>
          <a:lstStyle>
            <a:lvl1pPr marL="342900" indent="-342900">
              <a:buFont typeface="+mj-lt"/>
              <a:buAutoNum type="arabicPeriod"/>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Content Placeholder 5">
            <a:extLst>
              <a:ext uri="{FF2B5EF4-FFF2-40B4-BE49-F238E27FC236}">
                <a16:creationId xmlns:a16="http://schemas.microsoft.com/office/drawing/2014/main" id="{6B366AA0-2DAB-8B01-E9CA-4EFD01184AB1}"/>
              </a:ext>
            </a:extLst>
          </p:cNvPr>
          <p:cNvSpPr>
            <a:spLocks noGrp="1"/>
          </p:cNvSpPr>
          <p:nvPr>
            <p:ph sz="quarter" idx="14"/>
          </p:nvPr>
        </p:nvSpPr>
        <p:spPr>
          <a:xfrm>
            <a:off x="8321041" y="3529584"/>
            <a:ext cx="3017520" cy="2103120"/>
          </a:xfrm>
        </p:spPr>
        <p:txBody>
          <a:bodyPr/>
          <a:lstStyle>
            <a:lvl1pPr marL="0" indent="0" algn="ctr">
              <a:lnSpc>
                <a:spcPct val="90000"/>
              </a:lnSpc>
              <a:spcBef>
                <a:spcPts val="1000"/>
              </a:spcBef>
              <a:spcAft>
                <a:spcPts val="0"/>
              </a:spcAft>
              <a:buFont typeface="Arial" panose="020B0604020202020204" pitchFamily="34" charset="0"/>
              <a:buNone/>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Footer Placeholder 1">
            <a:extLst>
              <a:ext uri="{FF2B5EF4-FFF2-40B4-BE49-F238E27FC236}">
                <a16:creationId xmlns:a16="http://schemas.microsoft.com/office/drawing/2014/main" id="{EC3AD13A-778C-0B94-E890-F60B86ABB584}"/>
              </a:ext>
            </a:extLst>
          </p:cNvPr>
          <p:cNvSpPr>
            <a:spLocks noGrp="1"/>
          </p:cNvSpPr>
          <p:nvPr>
            <p:ph type="ftr" sz="quarter" idx="29"/>
          </p:nvPr>
        </p:nvSpPr>
        <p:spPr>
          <a:xfrm>
            <a:off x="173738" y="6254497"/>
            <a:ext cx="4114800" cy="365125"/>
          </a:xfrm>
          <a:prstGeom prst="rect">
            <a:avLst/>
          </a:prstGeom>
        </p:spPr>
        <p:txBody>
          <a:bodyPr/>
          <a:lstStyle>
            <a:lvl1pPr>
              <a:defRPr>
                <a:solidFill>
                  <a:schemeClr val="bg1"/>
                </a:solidFill>
              </a:defRPr>
            </a:lvl1pPr>
          </a:lstStyle>
          <a:p>
            <a:endParaRPr lang="en-US" dirty="0"/>
          </a:p>
        </p:txBody>
      </p:sp>
      <p:sp>
        <p:nvSpPr>
          <p:cNvPr id="3" name="Slide Number Placeholder 2">
            <a:extLst>
              <a:ext uri="{FF2B5EF4-FFF2-40B4-BE49-F238E27FC236}">
                <a16:creationId xmlns:a16="http://schemas.microsoft.com/office/drawing/2014/main" id="{2434822A-F2F6-6134-01C8-6CB9A884CDD6}"/>
              </a:ext>
            </a:extLst>
          </p:cNvPr>
          <p:cNvSpPr>
            <a:spLocks noGrp="1"/>
          </p:cNvSpPr>
          <p:nvPr>
            <p:ph type="sldNum" sz="quarter" idx="30"/>
          </p:nvPr>
        </p:nvSpPr>
        <p:spPr/>
        <p:txBody>
          <a:bodyPr/>
          <a:lstStyle>
            <a:lvl1pPr>
              <a:defRPr>
                <a:solidFill>
                  <a:schemeClr val="bg1"/>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29447106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4"/>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B294162-C98D-D8F6-47BD-4CE34B63F89E}"/>
              </a:ext>
            </a:extLst>
          </p:cNvPr>
          <p:cNvSpPr>
            <a:spLocks noGrp="1"/>
          </p:cNvSpPr>
          <p:nvPr>
            <p:ph type="title" hasCustomPrompt="1"/>
          </p:nvPr>
        </p:nvSpPr>
        <p:spPr>
          <a:xfrm>
            <a:off x="822961" y="822960"/>
            <a:ext cx="6126480" cy="1920240"/>
          </a:xfrm>
          <a:prstGeom prst="rect">
            <a:avLst/>
          </a:prstGeom>
        </p:spPr>
        <p:txBody>
          <a:bodyPr anchor="b">
            <a:normAutofit/>
          </a:bodyPr>
          <a:lstStyle>
            <a:lvl1pPr>
              <a:defRPr sz="3200" b="1">
                <a:solidFill>
                  <a:schemeClr val="bg1"/>
                </a:solidFill>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B1119AD1-1029-1DE8-E36D-41EF92EDBFC2}"/>
              </a:ext>
            </a:extLst>
          </p:cNvPr>
          <p:cNvSpPr>
            <a:spLocks noGrp="1"/>
          </p:cNvSpPr>
          <p:nvPr>
            <p:ph idx="1"/>
          </p:nvPr>
        </p:nvSpPr>
        <p:spPr>
          <a:xfrm>
            <a:off x="7242048" y="822960"/>
            <a:ext cx="4069081" cy="1901952"/>
          </a:xfrm>
        </p:spPr>
        <p:txBody>
          <a:bodyPr/>
          <a:lstStyle>
            <a:lvl1pPr marL="0" indent="0">
              <a:lnSpc>
                <a:spcPct val="150000"/>
              </a:lnSpc>
              <a:spcBef>
                <a:spcPts val="0"/>
              </a:spcBef>
              <a:spcAft>
                <a:spcPts val="600"/>
              </a:spcAft>
              <a:buNone/>
              <a:defRPr sz="1800">
                <a:solidFill>
                  <a:schemeClr val="bg1"/>
                </a:solidFill>
              </a:defRPr>
            </a:lvl1pPr>
            <a:lvl2pPr marL="283464">
              <a:defRPr sz="1600">
                <a:solidFill>
                  <a:schemeClr val="bg1"/>
                </a:solidFill>
              </a:defRPr>
            </a:lvl2pPr>
            <a:lvl3pPr marL="566928">
              <a:defRPr sz="1400">
                <a:solidFill>
                  <a:schemeClr val="bg1"/>
                </a:solidFill>
              </a:defRPr>
            </a:lvl3pPr>
            <a:lvl4pPr marL="859536">
              <a:defRPr sz="1200">
                <a:solidFill>
                  <a:schemeClr val="bg1"/>
                </a:solidFill>
              </a:defRPr>
            </a:lvl4pPr>
            <a:lvl5pPr marL="1152144">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8">
            <a:extLst>
              <a:ext uri="{FF2B5EF4-FFF2-40B4-BE49-F238E27FC236}">
                <a16:creationId xmlns:a16="http://schemas.microsoft.com/office/drawing/2014/main" id="{CFC01E54-865D-1B08-43CC-2D0128CECDAE}"/>
              </a:ext>
            </a:extLst>
          </p:cNvPr>
          <p:cNvSpPr>
            <a:spLocks noGrp="1"/>
          </p:cNvSpPr>
          <p:nvPr>
            <p:ph type="pic" sz="quarter" idx="10"/>
          </p:nvPr>
        </p:nvSpPr>
        <p:spPr>
          <a:xfrm>
            <a:off x="0" y="3557016"/>
            <a:ext cx="12192000" cy="3300984"/>
          </a:xfrm>
          <a:solidFill>
            <a:schemeClr val="accent4">
              <a:lumMod val="75000"/>
            </a:schemeClr>
          </a:solidFill>
        </p:spPr>
        <p:txBody>
          <a:bodyPr anchor="ctr"/>
          <a:lstStyle>
            <a:lvl1pPr marL="0" indent="0" algn="ctr">
              <a:buNone/>
              <a:defRPr>
                <a:solidFill>
                  <a:schemeClr val="bg1"/>
                </a:solidFill>
              </a:defRPr>
            </a:lvl1pPr>
          </a:lstStyle>
          <a:p>
            <a:r>
              <a:rPr lang="en-US"/>
              <a:t>Click icon to add picture</a:t>
            </a:r>
            <a:endParaRPr lang="en-US" dirty="0"/>
          </a:p>
        </p:txBody>
      </p:sp>
      <p:sp>
        <p:nvSpPr>
          <p:cNvPr id="2" name="Footer Placeholder 1">
            <a:extLst>
              <a:ext uri="{FF2B5EF4-FFF2-40B4-BE49-F238E27FC236}">
                <a16:creationId xmlns:a16="http://schemas.microsoft.com/office/drawing/2014/main" id="{72422ED3-8684-C41B-4675-BBDC2C8E5B5B}"/>
              </a:ext>
            </a:extLst>
          </p:cNvPr>
          <p:cNvSpPr>
            <a:spLocks noGrp="1"/>
          </p:cNvSpPr>
          <p:nvPr>
            <p:ph type="ftr" sz="quarter" idx="13"/>
          </p:nvPr>
        </p:nvSpPr>
        <p:spPr>
          <a:xfrm>
            <a:off x="173738" y="6254497"/>
            <a:ext cx="4114800" cy="365125"/>
          </a:xfrm>
          <a:prstGeom prst="rect">
            <a:avLst/>
          </a:prstGeom>
        </p:spPr>
        <p:txBody>
          <a:bodyPr/>
          <a:lstStyle>
            <a:lvl1pPr>
              <a:defRPr>
                <a:solidFill>
                  <a:schemeClr val="bg1">
                    <a:alpha val="78000"/>
                  </a:schemeClr>
                </a:solidFill>
              </a:defRPr>
            </a:lvl1pPr>
          </a:lstStyle>
          <a:p>
            <a:endParaRPr lang="en-US" dirty="0"/>
          </a:p>
        </p:txBody>
      </p:sp>
      <p:sp>
        <p:nvSpPr>
          <p:cNvPr id="9" name="Slide Number Placeholder 8">
            <a:extLst>
              <a:ext uri="{FF2B5EF4-FFF2-40B4-BE49-F238E27FC236}">
                <a16:creationId xmlns:a16="http://schemas.microsoft.com/office/drawing/2014/main" id="{F9CE6B05-7A34-DD4C-91AD-29F26B6F9CF5}"/>
              </a:ext>
            </a:extLst>
          </p:cNvPr>
          <p:cNvSpPr>
            <a:spLocks noGrp="1"/>
          </p:cNvSpPr>
          <p:nvPr>
            <p:ph type="sldNum" sz="quarter" idx="14"/>
          </p:nvPr>
        </p:nvSpPr>
        <p:spPr/>
        <p:txBody>
          <a:bodyPr/>
          <a:lstStyle>
            <a:lvl1pPr>
              <a:defRPr>
                <a:solidFill>
                  <a:schemeClr val="bg1">
                    <a:alpha val="78000"/>
                  </a:schemeClr>
                </a:solidFill>
              </a:defRPr>
            </a:lvl1pPr>
          </a:lstStyle>
          <a:p>
            <a:fld id="{8058A7CE-F400-7B46-9E16-10D36E8C32FD}" type="slidenum">
              <a:rPr lang="en-US" smtClean="0"/>
              <a:pPr/>
              <a:t>‹#›</a:t>
            </a:fld>
            <a:endParaRPr lang="en-US" dirty="0"/>
          </a:p>
        </p:txBody>
      </p:sp>
    </p:spTree>
    <p:extLst>
      <p:ext uri="{BB962C8B-B14F-4D97-AF65-F5344CB8AC3E}">
        <p14:creationId xmlns:p14="http://schemas.microsoft.com/office/powerpoint/2010/main" val="21262362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F2CCE5-30EF-2585-F31A-24A56E3C0C42}"/>
              </a:ext>
            </a:extLst>
          </p:cNvPr>
          <p:cNvSpPr>
            <a:spLocks noGrp="1"/>
          </p:cNvSpPr>
          <p:nvPr>
            <p:ph type="dt" sz="half" idx="10"/>
          </p:nvPr>
        </p:nvSpPr>
        <p:spPr/>
        <p:txBody>
          <a:bodyPr/>
          <a:lstStyle/>
          <a:p>
            <a:fld id="{0ACF763B-263D-409D-A453-2B5282B351C8}" type="datetimeFigureOut">
              <a:rPr lang="en-IN" smtClean="0"/>
              <a:t>15/09/26</a:t>
            </a:fld>
            <a:endParaRPr lang="en-IN"/>
          </a:p>
        </p:txBody>
      </p:sp>
      <p:sp>
        <p:nvSpPr>
          <p:cNvPr id="3" name="Footer Placeholder 2">
            <a:extLst>
              <a:ext uri="{FF2B5EF4-FFF2-40B4-BE49-F238E27FC236}">
                <a16:creationId xmlns:a16="http://schemas.microsoft.com/office/drawing/2014/main" id="{0DDC8AAD-D9CC-C562-88EE-6CFA34B4E50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24E97D0-95E7-D2CD-E5FD-0AF13C980149}"/>
              </a:ext>
            </a:extLst>
          </p:cNvPr>
          <p:cNvSpPr>
            <a:spLocks noGrp="1"/>
          </p:cNvSpPr>
          <p:nvPr>
            <p:ph type="sldNum" sz="quarter" idx="12"/>
          </p:nvPr>
        </p:nvSpPr>
        <p:spPr/>
        <p:txBody>
          <a:bodyPr/>
          <a:lstStyle/>
          <a:p>
            <a:fld id="{C350999E-6DD2-4581-9D5E-2340E3133505}" type="slidenum">
              <a:rPr lang="en-IN" smtClean="0"/>
              <a:t>‹#›</a:t>
            </a:fld>
            <a:endParaRPr lang="en-IN"/>
          </a:p>
        </p:txBody>
      </p:sp>
    </p:spTree>
    <p:extLst>
      <p:ext uri="{BB962C8B-B14F-4D97-AF65-F5344CB8AC3E}">
        <p14:creationId xmlns:p14="http://schemas.microsoft.com/office/powerpoint/2010/main" val="2715807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F663A-C2C8-12B2-AE7C-318452D5FE6F}"/>
              </a:ext>
            </a:extLst>
          </p:cNvPr>
          <p:cNvSpPr>
            <a:spLocks noGrp="1"/>
          </p:cNvSpPr>
          <p:nvPr>
            <p:ph type="body" idx="1"/>
          </p:nvPr>
        </p:nvSpPr>
        <p:spPr>
          <a:xfrm>
            <a:off x="838202"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0AFBFC1D-3B9C-EFD1-A014-1F648ADDBD70}"/>
              </a:ext>
            </a:extLst>
          </p:cNvPr>
          <p:cNvSpPr>
            <a:spLocks noGrp="1"/>
          </p:cNvSpPr>
          <p:nvPr>
            <p:ph type="sldNum" sz="quarter" idx="4"/>
          </p:nvPr>
        </p:nvSpPr>
        <p:spPr>
          <a:xfrm>
            <a:off x="11347705" y="6181344"/>
            <a:ext cx="670560" cy="676656"/>
          </a:xfrm>
          <a:prstGeom prst="rect">
            <a:avLst/>
          </a:prstGeom>
        </p:spPr>
        <p:txBody>
          <a:bodyPr vert="horz" lIns="91440" tIns="45720" rIns="91440" bIns="45720" rtlCol="0" anchor="ctr">
            <a:noAutofit/>
          </a:bodyPr>
          <a:lstStyle>
            <a:lvl1pPr algn="ctr">
              <a:defRPr sz="1200" b="0">
                <a:solidFill>
                  <a:schemeClr val="tx1">
                    <a:alpha val="78000"/>
                  </a:schemeClr>
                </a:solidFill>
              </a:defRPr>
            </a:lvl1pPr>
          </a:lstStyle>
          <a:p>
            <a:fld id="{8058A7CE-F400-7B46-9E16-10D36E8C32FD}" type="slidenum">
              <a:rPr lang="en-US" smtClean="0"/>
              <a:pPr/>
              <a:t>‹#›</a:t>
            </a:fld>
            <a:endParaRPr lang="en-US" dirty="0"/>
          </a:p>
        </p:txBody>
      </p:sp>
      <p:sp>
        <p:nvSpPr>
          <p:cNvPr id="4" name="Title Placeholder 3">
            <a:extLst>
              <a:ext uri="{FF2B5EF4-FFF2-40B4-BE49-F238E27FC236}">
                <a16:creationId xmlns:a16="http://schemas.microsoft.com/office/drawing/2014/main" id="{B6EF3F5B-2BD7-A240-5E66-C3D2B092B8F0}"/>
              </a:ext>
            </a:extLst>
          </p:cNvPr>
          <p:cNvSpPr>
            <a:spLocks noGrp="1"/>
          </p:cNvSpPr>
          <p:nvPr>
            <p:ph type="title"/>
          </p:nvPr>
        </p:nvSpPr>
        <p:spPr>
          <a:xfrm>
            <a:off x="838202"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2" name="Footer Placeholder 1">
            <a:extLst>
              <a:ext uri="{FF2B5EF4-FFF2-40B4-BE49-F238E27FC236}">
                <a16:creationId xmlns:a16="http://schemas.microsoft.com/office/drawing/2014/main" id="{6F9A4BCD-3A82-7BB7-3BDC-2B533BA405AF}"/>
              </a:ext>
            </a:extLst>
          </p:cNvPr>
          <p:cNvSpPr>
            <a:spLocks noGrp="1"/>
          </p:cNvSpPr>
          <p:nvPr>
            <p:ph type="ftr" sz="quarter" idx="3"/>
          </p:nvPr>
        </p:nvSpPr>
        <p:spPr>
          <a:xfrm>
            <a:off x="838202" y="6356351"/>
            <a:ext cx="41148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dirty="0"/>
          </a:p>
        </p:txBody>
      </p:sp>
    </p:spTree>
    <p:extLst>
      <p:ext uri="{BB962C8B-B14F-4D97-AF65-F5344CB8AC3E}">
        <p14:creationId xmlns:p14="http://schemas.microsoft.com/office/powerpoint/2010/main" val="87510906"/>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1" r:id="rId3"/>
    <p:sldLayoutId id="2147483653" r:id="rId4"/>
    <p:sldLayoutId id="2147483669" r:id="rId5"/>
    <p:sldLayoutId id="2147483666" r:id="rId6"/>
    <p:sldLayoutId id="2147483661" r:id="rId7"/>
    <p:sldLayoutId id="2147483667" r:id="rId8"/>
    <p:sldLayoutId id="2147483670" r:id="rId9"/>
    <p:sldLayoutId id="2147483663" r:id="rId10"/>
    <p:sldLayoutId id="2147483671" r:id="rId11"/>
    <p:sldLayoutId id="2147483672" r:id="rId12"/>
    <p:sldLayoutId id="2147483664" r:id="rId13"/>
    <p:sldLayoutId id="2147483673" r:id="rId14"/>
  </p:sldLayoutIdLst>
  <p:hf sldNum="0" hdr="0" ftr="0" dt="0"/>
  <p:txStyles>
    <p:titleStyle>
      <a:lvl1pPr algn="l" defTabSz="914400" rtl="0" eaLnBrk="1" latinLnBrk="0" hangingPunct="1">
        <a:lnSpc>
          <a:spcPct val="90000"/>
        </a:lnSpc>
        <a:spcBef>
          <a:spcPct val="0"/>
        </a:spcBef>
        <a:buNone/>
        <a:defRPr sz="4400" kern="1200">
          <a:solidFill>
            <a:schemeClr val="tx2"/>
          </a:solidFill>
          <a:latin typeface="+mj-lt"/>
          <a:ea typeface="+mj-ea"/>
          <a:cs typeface="+mj-cs"/>
        </a:defRPr>
      </a:lvl1pPr>
    </p:titleStyle>
    <p:bodyStyle>
      <a:lvl1pPr marL="283464" indent="-283464"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mn-lt"/>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mn-lt"/>
          <a:ea typeface="+mn-ea"/>
          <a:cs typeface="+mn-cs"/>
        </a:defRPr>
      </a:lvl2pPr>
      <a:lvl3pPr marL="859536" indent="-283464"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mn-lt"/>
          <a:ea typeface="+mn-ea"/>
          <a:cs typeface="+mn-cs"/>
        </a:defRPr>
      </a:lvl3pPr>
      <a:lvl4pPr marL="1152144" indent="-283464"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mn-lt"/>
          <a:ea typeface="+mn-ea"/>
          <a:cs typeface="+mn-cs"/>
        </a:defRPr>
      </a:lvl4pPr>
      <a:lvl5pPr marL="1444752" indent="-283464"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4416"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F276F-A4A9-A231-C4E7-2F6FF428DF4B}"/>
              </a:ext>
            </a:extLst>
          </p:cNvPr>
          <p:cNvSpPr>
            <a:spLocks noGrp="1"/>
          </p:cNvSpPr>
          <p:nvPr>
            <p:ph type="title"/>
          </p:nvPr>
        </p:nvSpPr>
        <p:spPr>
          <a:xfrm>
            <a:off x="822325" y="822325"/>
            <a:ext cx="4389438" cy="1920875"/>
          </a:xfrm>
        </p:spPr>
        <p:txBody>
          <a:bodyPr/>
          <a:lstStyle/>
          <a:p>
            <a:r>
              <a:rPr lang="en-IN" dirty="0"/>
              <a:t>GLOBAL ANIMAL EXTINCTION INTELLIGENCE PLATFORM</a:t>
            </a:r>
          </a:p>
        </p:txBody>
      </p:sp>
      <p:sp>
        <p:nvSpPr>
          <p:cNvPr id="9" name="Content Placeholder 8">
            <a:extLst>
              <a:ext uri="{FF2B5EF4-FFF2-40B4-BE49-F238E27FC236}">
                <a16:creationId xmlns:a16="http://schemas.microsoft.com/office/drawing/2014/main" id="{5D5BB989-36AC-84F2-E801-2007E2DA42C6}"/>
              </a:ext>
            </a:extLst>
          </p:cNvPr>
          <p:cNvSpPr>
            <a:spLocks noGrp="1"/>
          </p:cNvSpPr>
          <p:nvPr>
            <p:ph sz="quarter" idx="14"/>
          </p:nvPr>
        </p:nvSpPr>
        <p:spPr>
          <a:xfrm>
            <a:off x="11731444" y="6709012"/>
            <a:ext cx="460556" cy="45719"/>
          </a:xfrm>
        </p:spPr>
        <p:txBody>
          <a:bodyPr/>
          <a:lstStyle/>
          <a:p>
            <a:endParaRPr lang="en-IN" dirty="0"/>
          </a:p>
        </p:txBody>
      </p:sp>
      <p:sp>
        <p:nvSpPr>
          <p:cNvPr id="10" name="TextBox 9">
            <a:extLst>
              <a:ext uri="{FF2B5EF4-FFF2-40B4-BE49-F238E27FC236}">
                <a16:creationId xmlns:a16="http://schemas.microsoft.com/office/drawing/2014/main" id="{6E80CACE-A78B-80CC-929F-C98D7F55A365}"/>
              </a:ext>
            </a:extLst>
          </p:cNvPr>
          <p:cNvSpPr txBox="1"/>
          <p:nvPr/>
        </p:nvSpPr>
        <p:spPr>
          <a:xfrm>
            <a:off x="2645824" y="315086"/>
            <a:ext cx="6900351" cy="369332"/>
          </a:xfrm>
          <a:prstGeom prst="rect">
            <a:avLst/>
          </a:prstGeom>
          <a:noFill/>
        </p:spPr>
        <p:txBody>
          <a:bodyPr wrap="square" rtlCol="0">
            <a:spAutoFit/>
          </a:bodyPr>
          <a:lstStyle/>
          <a:p>
            <a:r>
              <a:rPr lang="en-IN" b="1" dirty="0">
                <a:latin typeface="Times New Roman" panose="02020603050405020304" pitchFamily="18" charset="0"/>
                <a:cs typeface="Times New Roman" panose="02020603050405020304" pitchFamily="18" charset="0"/>
              </a:rPr>
              <a:t>GLOBAL ANIMAL EXTINCTION INTELLIGENCE PLATFORM</a:t>
            </a:r>
          </a:p>
        </p:txBody>
      </p:sp>
      <p:sp>
        <p:nvSpPr>
          <p:cNvPr id="11" name="TextBox 10">
            <a:extLst>
              <a:ext uri="{FF2B5EF4-FFF2-40B4-BE49-F238E27FC236}">
                <a16:creationId xmlns:a16="http://schemas.microsoft.com/office/drawing/2014/main" id="{5ECE5212-5692-E46B-B19A-30686C50C66C}"/>
              </a:ext>
            </a:extLst>
          </p:cNvPr>
          <p:cNvSpPr txBox="1"/>
          <p:nvPr/>
        </p:nvSpPr>
        <p:spPr>
          <a:xfrm>
            <a:off x="5477688" y="840317"/>
            <a:ext cx="1236621" cy="369332"/>
          </a:xfrm>
          <a:prstGeom prst="rect">
            <a:avLst/>
          </a:prstGeom>
          <a:noFill/>
        </p:spPr>
        <p:txBody>
          <a:bodyPr wrap="none" rtlCol="0">
            <a:spAutoFit/>
          </a:bodyPr>
          <a:lstStyle/>
          <a:p>
            <a:r>
              <a:rPr lang="en-IN" b="1" dirty="0">
                <a:solidFill>
                  <a:schemeClr val="accent4"/>
                </a:solidFill>
                <a:latin typeface="Times New Roman" panose="02020603050405020304" pitchFamily="18" charset="0"/>
                <a:cs typeface="Times New Roman" panose="02020603050405020304" pitchFamily="18" charset="0"/>
              </a:rPr>
              <a:t>Review - 2</a:t>
            </a:r>
          </a:p>
        </p:txBody>
      </p:sp>
      <p:sp>
        <p:nvSpPr>
          <p:cNvPr id="12" name="TextBox 11">
            <a:extLst>
              <a:ext uri="{FF2B5EF4-FFF2-40B4-BE49-F238E27FC236}">
                <a16:creationId xmlns:a16="http://schemas.microsoft.com/office/drawing/2014/main" id="{36C33319-8999-8964-560A-582EB9053B44}"/>
              </a:ext>
            </a:extLst>
          </p:cNvPr>
          <p:cNvSpPr txBox="1"/>
          <p:nvPr/>
        </p:nvSpPr>
        <p:spPr>
          <a:xfrm>
            <a:off x="5258614" y="1625654"/>
            <a:ext cx="1721625" cy="369332"/>
          </a:xfrm>
          <a:prstGeom prst="rect">
            <a:avLst/>
          </a:prstGeom>
          <a:noFill/>
        </p:spPr>
        <p:txBody>
          <a:bodyPr wrap="none" rtlCol="0">
            <a:spAutoFit/>
          </a:bodyPr>
          <a:lstStyle/>
          <a:p>
            <a:r>
              <a:rPr lang="en-IN" b="1" dirty="0">
                <a:latin typeface="Times New Roman" panose="02020603050405020304" pitchFamily="18" charset="0"/>
                <a:cs typeface="Times New Roman" panose="02020603050405020304" pitchFamily="18" charset="0"/>
              </a:rPr>
              <a:t>Team Members</a:t>
            </a:r>
          </a:p>
        </p:txBody>
      </p:sp>
      <p:sp>
        <p:nvSpPr>
          <p:cNvPr id="13" name="TextBox 12">
            <a:extLst>
              <a:ext uri="{FF2B5EF4-FFF2-40B4-BE49-F238E27FC236}">
                <a16:creationId xmlns:a16="http://schemas.microsoft.com/office/drawing/2014/main" id="{5F565DD7-E91C-DB00-1980-3743EF8AAF5E}"/>
              </a:ext>
            </a:extLst>
          </p:cNvPr>
          <p:cNvSpPr txBox="1"/>
          <p:nvPr/>
        </p:nvSpPr>
        <p:spPr>
          <a:xfrm>
            <a:off x="4615432" y="2150885"/>
            <a:ext cx="2961132" cy="923330"/>
          </a:xfrm>
          <a:prstGeom prst="rect">
            <a:avLst/>
          </a:prstGeom>
          <a:noFill/>
        </p:spPr>
        <p:txBody>
          <a:bodyPr wrap="none" rtlCol="0">
            <a:spAutoFit/>
          </a:bodyPr>
          <a:lstStyle/>
          <a:p>
            <a:pPr algn="ctr"/>
            <a:r>
              <a:rPr lang="en-IN" dirty="0">
                <a:latin typeface="Times New Roman" panose="02020603050405020304" pitchFamily="18" charset="0"/>
                <a:cs typeface="Times New Roman" panose="02020603050405020304" pitchFamily="18" charset="0"/>
              </a:rPr>
              <a:t>R. Bhanu – 2420090082</a:t>
            </a:r>
          </a:p>
          <a:p>
            <a:pPr algn="ctr"/>
            <a:r>
              <a:rPr lang="en-IN" dirty="0">
                <a:latin typeface="Times New Roman" panose="02020603050405020304" pitchFamily="18" charset="0"/>
                <a:cs typeface="Times New Roman" panose="02020603050405020304" pitchFamily="18" charset="0"/>
              </a:rPr>
              <a:t>V. Abhinav – 2420090086</a:t>
            </a:r>
            <a:br>
              <a:rPr lang="en-IN" dirty="0">
                <a:latin typeface="Times New Roman" panose="02020603050405020304" pitchFamily="18" charset="0"/>
                <a:cs typeface="Times New Roman" panose="02020603050405020304" pitchFamily="18" charset="0"/>
              </a:rPr>
            </a:br>
            <a:r>
              <a:rPr lang="en-IN" dirty="0">
                <a:latin typeface="Times New Roman" panose="02020603050405020304" pitchFamily="18" charset="0"/>
                <a:cs typeface="Times New Roman" panose="02020603050405020304" pitchFamily="18" charset="0"/>
              </a:rPr>
              <a:t>B. Vishvak </a:t>
            </a:r>
            <a:r>
              <a:rPr lang="en-IN" dirty="0" err="1">
                <a:latin typeface="Times New Roman" panose="02020603050405020304" pitchFamily="18" charset="0"/>
                <a:cs typeface="Times New Roman" panose="02020603050405020304" pitchFamily="18" charset="0"/>
              </a:rPr>
              <a:t>sai</a:t>
            </a:r>
            <a:r>
              <a:rPr lang="en-IN" dirty="0">
                <a:latin typeface="Times New Roman" panose="02020603050405020304" pitchFamily="18" charset="0"/>
                <a:cs typeface="Times New Roman" panose="02020603050405020304" pitchFamily="18" charset="0"/>
              </a:rPr>
              <a:t> – 2420090024</a:t>
            </a:r>
          </a:p>
        </p:txBody>
      </p:sp>
      <p:sp>
        <p:nvSpPr>
          <p:cNvPr id="14" name="TextBox 13">
            <a:extLst>
              <a:ext uri="{FF2B5EF4-FFF2-40B4-BE49-F238E27FC236}">
                <a16:creationId xmlns:a16="http://schemas.microsoft.com/office/drawing/2014/main" id="{3BB81432-72A6-49A1-B387-FCC9F19239B7}"/>
              </a:ext>
            </a:extLst>
          </p:cNvPr>
          <p:cNvSpPr txBox="1"/>
          <p:nvPr/>
        </p:nvSpPr>
        <p:spPr>
          <a:xfrm>
            <a:off x="4351289" y="3527381"/>
            <a:ext cx="3489417" cy="646331"/>
          </a:xfrm>
          <a:prstGeom prst="rect">
            <a:avLst/>
          </a:prstGeom>
          <a:noFill/>
        </p:spPr>
        <p:txBody>
          <a:bodyPr wrap="none" rtlCol="0">
            <a:spAutoFit/>
          </a:bodyPr>
          <a:lstStyle/>
          <a:p>
            <a:pPr algn="ctr"/>
            <a:r>
              <a:rPr lang="en-IN" b="1" dirty="0">
                <a:solidFill>
                  <a:srgbClr val="FF0000"/>
                </a:solidFill>
                <a:latin typeface="Times New Roman" panose="02020603050405020304" pitchFamily="18" charset="0"/>
                <a:cs typeface="Times New Roman" panose="02020603050405020304" pitchFamily="18" charset="0"/>
              </a:rPr>
              <a:t>Under the Guidance of</a:t>
            </a:r>
            <a:br>
              <a:rPr lang="en-IN" b="1" dirty="0">
                <a:solidFill>
                  <a:srgbClr val="FF0000"/>
                </a:solidFill>
                <a:latin typeface="Times New Roman" panose="02020603050405020304" pitchFamily="18" charset="0"/>
                <a:cs typeface="Times New Roman" panose="02020603050405020304" pitchFamily="18" charset="0"/>
              </a:rPr>
            </a:br>
            <a:r>
              <a:rPr lang="en-IN" b="1" dirty="0">
                <a:solidFill>
                  <a:srgbClr val="FF0000"/>
                </a:solidFill>
                <a:latin typeface="Times New Roman" panose="02020603050405020304" pitchFamily="18" charset="0"/>
                <a:cs typeface="Times New Roman" panose="02020603050405020304" pitchFamily="18" charset="0"/>
              </a:rPr>
              <a:t>Associate Professor Dr. N. Sirisha</a:t>
            </a:r>
          </a:p>
        </p:txBody>
      </p:sp>
      <p:pic>
        <p:nvPicPr>
          <p:cNvPr id="16" name="Picture 15">
            <a:extLst>
              <a:ext uri="{FF2B5EF4-FFF2-40B4-BE49-F238E27FC236}">
                <a16:creationId xmlns:a16="http://schemas.microsoft.com/office/drawing/2014/main" id="{CFA10C34-1E48-705D-5451-AFD803AE9C64}"/>
              </a:ext>
            </a:extLst>
          </p:cNvPr>
          <p:cNvPicPr>
            <a:picLocks noChangeAspect="1"/>
          </p:cNvPicPr>
          <p:nvPr/>
        </p:nvPicPr>
        <p:blipFill>
          <a:blip r:embed="rId2"/>
          <a:stretch>
            <a:fillRect/>
          </a:stretch>
        </p:blipFill>
        <p:spPr>
          <a:xfrm>
            <a:off x="4020717" y="4209667"/>
            <a:ext cx="4150560" cy="1511193"/>
          </a:xfrm>
          <a:prstGeom prst="rect">
            <a:avLst/>
          </a:prstGeom>
        </p:spPr>
      </p:pic>
      <p:pic>
        <p:nvPicPr>
          <p:cNvPr id="18" name="Picture 17">
            <a:extLst>
              <a:ext uri="{FF2B5EF4-FFF2-40B4-BE49-F238E27FC236}">
                <a16:creationId xmlns:a16="http://schemas.microsoft.com/office/drawing/2014/main" id="{C1A55691-82C3-84C0-4BB4-2AF926D2FFB0}"/>
              </a:ext>
            </a:extLst>
          </p:cNvPr>
          <p:cNvPicPr>
            <a:picLocks noChangeAspect="1"/>
          </p:cNvPicPr>
          <p:nvPr/>
        </p:nvPicPr>
        <p:blipFill>
          <a:blip r:embed="rId2"/>
          <a:stretch>
            <a:fillRect/>
          </a:stretch>
        </p:blipFill>
        <p:spPr>
          <a:xfrm>
            <a:off x="65843" y="0"/>
            <a:ext cx="1724709" cy="627956"/>
          </a:xfrm>
          <a:prstGeom prst="rect">
            <a:avLst/>
          </a:prstGeom>
        </p:spPr>
      </p:pic>
    </p:spTree>
    <p:extLst>
      <p:ext uri="{BB962C8B-B14F-4D97-AF65-F5344CB8AC3E}">
        <p14:creationId xmlns:p14="http://schemas.microsoft.com/office/powerpoint/2010/main" val="2946143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C2853-7D16-7BFA-A2AF-30B79A78F09C}"/>
              </a:ext>
            </a:extLst>
          </p:cNvPr>
          <p:cNvSpPr>
            <a:spLocks noGrp="1"/>
          </p:cNvSpPr>
          <p:nvPr>
            <p:ph type="title"/>
          </p:nvPr>
        </p:nvSpPr>
        <p:spPr>
          <a:xfrm>
            <a:off x="1207697" y="704778"/>
            <a:ext cx="4389120" cy="712542"/>
          </a:xfrm>
        </p:spPr>
        <p:txBody>
          <a:bodyPr>
            <a:normAutofit/>
          </a:bodyPr>
          <a:lstStyle/>
          <a:p>
            <a:r>
              <a:rPr lang="en-US" sz="3600" dirty="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9240E384-3550-F1CD-8475-2FA1478B069C}"/>
              </a:ext>
            </a:extLst>
          </p:cNvPr>
          <p:cNvSpPr>
            <a:spLocks noGrp="1"/>
          </p:cNvSpPr>
          <p:nvPr>
            <p:ph sz="quarter" idx="14"/>
          </p:nvPr>
        </p:nvSpPr>
        <p:spPr>
          <a:xfrm>
            <a:off x="1207697" y="1657653"/>
            <a:ext cx="10110160" cy="4139298"/>
          </a:xfrm>
        </p:spPr>
        <p:txBody>
          <a:bodyPr/>
          <a:lstStyle/>
          <a:p>
            <a:pPr marL="0" indent="0">
              <a:buNone/>
            </a:pPr>
            <a:r>
              <a:rPr lang="en-US" sz="2400" dirty="0">
                <a:latin typeface="Times New Roman" panose="02020603050405020304" pitchFamily="18" charset="0"/>
                <a:cs typeface="Times New Roman" panose="02020603050405020304" pitchFamily="18" charset="0"/>
              </a:rPr>
              <a:t>Animal extinction is a major environmental problem caused by factors such as habitat loss, climate change, illegal hunting, pollution, and other human activities. However, information about endangered species and their threats is often available across different sources, making it difficult to analyze and understand. The Global Animal Extinction Intelligence Platform is a centralized web-based system for collecting and presenting animal conservation information. It uses data collection, data integration, data analytics, and artificial intelligence techniques to analyze species information, population trends, threats, and geographical distribution. Interactive dashboards and maps are used to visualize the processed information. The platform aims to identify trends and provide useful insights about species at risk.</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47401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4606C-B315-8B10-3160-83F71EA6C8E0}"/>
              </a:ext>
            </a:extLst>
          </p:cNvPr>
          <p:cNvSpPr>
            <a:spLocks noGrp="1"/>
          </p:cNvSpPr>
          <p:nvPr>
            <p:ph type="title"/>
          </p:nvPr>
        </p:nvSpPr>
        <p:spPr>
          <a:xfrm>
            <a:off x="969321" y="802255"/>
            <a:ext cx="4389120" cy="638355"/>
          </a:xfrm>
        </p:spPr>
        <p:txBody>
          <a:bodyPr>
            <a:normAutofit/>
          </a:bodyPr>
          <a:lstStyle/>
          <a:p>
            <a:r>
              <a:rPr lang="en-US" sz="3600" dirty="0"/>
              <a:t>Introduction</a:t>
            </a:r>
          </a:p>
        </p:txBody>
      </p:sp>
      <p:sp>
        <p:nvSpPr>
          <p:cNvPr id="3" name="Content Placeholder 2">
            <a:extLst>
              <a:ext uri="{FF2B5EF4-FFF2-40B4-BE49-F238E27FC236}">
                <a16:creationId xmlns:a16="http://schemas.microsoft.com/office/drawing/2014/main" id="{C0F654C8-F23A-6CB3-8D5B-E8FC3333B826}"/>
              </a:ext>
            </a:extLst>
          </p:cNvPr>
          <p:cNvSpPr>
            <a:spLocks noGrp="1"/>
          </p:cNvSpPr>
          <p:nvPr>
            <p:ph sz="quarter" idx="14"/>
          </p:nvPr>
        </p:nvSpPr>
        <p:spPr>
          <a:xfrm>
            <a:off x="969321" y="1674214"/>
            <a:ext cx="10253357" cy="3509571"/>
          </a:xfrm>
        </p:spPr>
        <p:txBody>
          <a:bodyPr/>
          <a:lstStyle/>
          <a:p>
            <a:pPr marL="0" indent="0">
              <a:buNone/>
            </a:pPr>
            <a:r>
              <a:rPr lang="en-US" sz="2400" dirty="0">
                <a:latin typeface="Times New Roman" panose="02020603050405020304" pitchFamily="18" charset="0"/>
                <a:cs typeface="Times New Roman" panose="02020603050405020304" pitchFamily="18" charset="0"/>
              </a:rPr>
              <a:t>Animal species are increasingly threatened by habitat loss, climate change, pollution, and illegal hunting. However, biodiversity data is scattered across multiple sources, making it difficult to understand species and their extinction risks. The Global Animal Extinction Intelligence Platform provides a centralized system to collect, analyze, and visualize this data using data analytics, interactive visualization, AI techniques, and ELT (Extract, Load, Transform). In the proposed ELT pipeline, raw data from different sources is first stored and then cleaned, integrated, and transformed for analysis and machine learning. </a:t>
            </a:r>
          </a:p>
          <a:p>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65542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B0A024-4E06-BC4D-6379-140FB0CA4607}"/>
              </a:ext>
            </a:extLst>
          </p:cNvPr>
          <p:cNvSpPr>
            <a:spLocks noGrp="1"/>
          </p:cNvSpPr>
          <p:nvPr>
            <p:ph type="ctrTitle"/>
          </p:nvPr>
        </p:nvSpPr>
        <p:spPr>
          <a:xfrm>
            <a:off x="653626" y="450427"/>
            <a:ext cx="7745307" cy="1556173"/>
          </a:xfrm>
        </p:spPr>
        <p:txBody>
          <a:bodyPr/>
          <a:lstStyle/>
          <a:p>
            <a:r>
              <a:rPr lang="en-US" dirty="0"/>
              <a:t>objectives</a:t>
            </a:r>
          </a:p>
        </p:txBody>
      </p:sp>
      <p:sp>
        <p:nvSpPr>
          <p:cNvPr id="4" name="Subtitle 3">
            <a:extLst>
              <a:ext uri="{FF2B5EF4-FFF2-40B4-BE49-F238E27FC236}">
                <a16:creationId xmlns:a16="http://schemas.microsoft.com/office/drawing/2014/main" id="{839A915F-4535-0AC8-B3DC-DA14AB24B55B}"/>
              </a:ext>
            </a:extLst>
          </p:cNvPr>
          <p:cNvSpPr>
            <a:spLocks noGrp="1"/>
          </p:cNvSpPr>
          <p:nvPr>
            <p:ph type="subTitle" idx="1"/>
          </p:nvPr>
        </p:nvSpPr>
        <p:spPr>
          <a:xfrm>
            <a:off x="653625" y="2006599"/>
            <a:ext cx="7076441" cy="3889999"/>
          </a:xfrm>
        </p:spPr>
        <p:txBody>
          <a:bodyPr/>
          <a:lstStyle/>
          <a:p>
            <a:r>
              <a:rPr lang="en-IN" b="1" dirty="0"/>
              <a:t>•</a:t>
            </a:r>
            <a:r>
              <a:rPr lang="en-IN" sz="2000" dirty="0"/>
              <a:t> Development of a centralized platform for understanding global animal extinction and its associated factors.</a:t>
            </a:r>
          </a:p>
          <a:p>
            <a:r>
              <a:rPr lang="en-IN" b="1" dirty="0"/>
              <a:t>•</a:t>
            </a:r>
            <a:r>
              <a:rPr lang="en-IN" sz="2000" b="1" dirty="0"/>
              <a:t> </a:t>
            </a:r>
            <a:r>
              <a:rPr lang="en-IN" sz="2000" dirty="0"/>
              <a:t>Integration of species, threat, population, geographical, and environmental information into a unified data framework.</a:t>
            </a:r>
          </a:p>
          <a:p>
            <a:r>
              <a:rPr lang="en-IN" b="1" dirty="0"/>
              <a:t>•</a:t>
            </a:r>
            <a:r>
              <a:rPr lang="en-IN" sz="2000" dirty="0"/>
              <a:t> Identification of significant patterns and trends associated with animal extinction risk.</a:t>
            </a:r>
          </a:p>
          <a:p>
            <a:r>
              <a:rPr lang="en-IN" b="1" dirty="0"/>
              <a:t>•</a:t>
            </a:r>
            <a:r>
              <a:rPr lang="en-IN" sz="2000" b="1" dirty="0"/>
              <a:t> </a:t>
            </a:r>
            <a:r>
              <a:rPr lang="en-IN" sz="2000" dirty="0"/>
              <a:t>Application of AI/ML-based analysis to support extinction-risk assessment.</a:t>
            </a:r>
          </a:p>
          <a:p>
            <a:r>
              <a:rPr lang="en-IN" b="1" dirty="0"/>
              <a:t>•</a:t>
            </a:r>
            <a:r>
              <a:rPr lang="en-IN" sz="2000" dirty="0"/>
              <a:t> Visualization of species extinction information through interactive dashboards and geographical maps.</a:t>
            </a:r>
          </a:p>
          <a:p>
            <a:pPr lvl="0"/>
            <a:endParaRPr lang="en-IN" sz="2000" dirty="0"/>
          </a:p>
        </p:txBody>
      </p:sp>
      <p:pic>
        <p:nvPicPr>
          <p:cNvPr id="16" name="Picture Placeholder 15" descr="Butterfly on a stick">
            <a:extLst>
              <a:ext uri="{FF2B5EF4-FFF2-40B4-BE49-F238E27FC236}">
                <a16:creationId xmlns:a16="http://schemas.microsoft.com/office/drawing/2014/main" id="{1FFACDF2-AF68-34D8-169A-35C6DD86987A}"/>
              </a:ext>
            </a:extLst>
          </p:cNvPr>
          <p:cNvPicPr>
            <a:picLocks noGrp="1" noChangeAspect="1"/>
          </p:cNvPicPr>
          <p:nvPr>
            <p:ph type="pic" sz="quarter" idx="11"/>
          </p:nvPr>
        </p:nvPicPr>
        <p:blipFill>
          <a:blip r:embed="rId2"/>
          <a:srcRect t="43" b="43"/>
          <a:stretch/>
        </p:blipFill>
        <p:spPr>
          <a:xfrm>
            <a:off x="7793736" y="2"/>
            <a:ext cx="4398264" cy="6857999"/>
          </a:xfrm>
        </p:spPr>
      </p:pic>
    </p:spTree>
    <p:extLst>
      <p:ext uri="{BB962C8B-B14F-4D97-AF65-F5344CB8AC3E}">
        <p14:creationId xmlns:p14="http://schemas.microsoft.com/office/powerpoint/2010/main" val="34673910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886200" y="73152"/>
            <a:ext cx="4343400" cy="411480"/>
          </a:xfrm>
          <a:prstGeom prst="rect">
            <a:avLst/>
          </a:prstGeom>
          <a:noFill/>
        </p:spPr>
        <p:txBody>
          <a:bodyPr wrap="none">
            <a:spAutoFit/>
          </a:bodyPr>
          <a:lstStyle/>
          <a:p>
            <a:pPr algn="ctr"/>
            <a:r>
              <a:rPr sz="3600" b="1">
                <a:solidFill>
                  <a:srgbClr val="000000"/>
                </a:solidFill>
                <a:latin typeface="Times New Roman"/>
              </a:rPr>
              <a:t>Literature Survey</a:t>
            </a:r>
          </a:p>
        </p:txBody>
      </p:sp>
      <p:graphicFrame>
        <p:nvGraphicFramePr>
          <p:cNvPr id="3" name="Table 2"/>
          <p:cNvGraphicFramePr>
            <a:graphicFrameLocks noGrp="1"/>
          </p:cNvGraphicFramePr>
          <p:nvPr>
            <p:extLst>
              <p:ext uri="{D42A27DB-BD31-4B8C-83A1-F6EECF244321}">
                <p14:modId xmlns:p14="http://schemas.microsoft.com/office/powerpoint/2010/main" val="2361146098"/>
              </p:ext>
            </p:extLst>
          </p:nvPr>
        </p:nvGraphicFramePr>
        <p:xfrm>
          <a:off x="311086" y="791852"/>
          <a:ext cx="11642102" cy="6043663"/>
        </p:xfrm>
        <a:graphic>
          <a:graphicData uri="http://schemas.openxmlformats.org/drawingml/2006/table">
            <a:tbl>
              <a:tblPr firstRow="1" bandRow="1">
                <a:tableStyleId>{5C22544A-7EE6-4342-B048-85BDC9FD1C3A}</a:tableStyleId>
              </a:tblPr>
              <a:tblGrid>
                <a:gridCol w="392746">
                  <a:extLst>
                    <a:ext uri="{9D8B030D-6E8A-4147-A177-3AD203B41FA5}">
                      <a16:colId xmlns:a16="http://schemas.microsoft.com/office/drawing/2014/main" val="20000"/>
                    </a:ext>
                  </a:extLst>
                </a:gridCol>
                <a:gridCol w="2478038">
                  <a:extLst>
                    <a:ext uri="{9D8B030D-6E8A-4147-A177-3AD203B41FA5}">
                      <a16:colId xmlns:a16="http://schemas.microsoft.com/office/drawing/2014/main" val="20001"/>
                    </a:ext>
                  </a:extLst>
                </a:gridCol>
                <a:gridCol w="1449418">
                  <a:extLst>
                    <a:ext uri="{9D8B030D-6E8A-4147-A177-3AD203B41FA5}">
                      <a16:colId xmlns:a16="http://schemas.microsoft.com/office/drawing/2014/main" val="20002"/>
                    </a:ext>
                  </a:extLst>
                </a:gridCol>
                <a:gridCol w="2384527">
                  <a:extLst>
                    <a:ext uri="{9D8B030D-6E8A-4147-A177-3AD203B41FA5}">
                      <a16:colId xmlns:a16="http://schemas.microsoft.com/office/drawing/2014/main" val="20003"/>
                    </a:ext>
                  </a:extLst>
                </a:gridCol>
                <a:gridCol w="2945592">
                  <a:extLst>
                    <a:ext uri="{9D8B030D-6E8A-4147-A177-3AD203B41FA5}">
                      <a16:colId xmlns:a16="http://schemas.microsoft.com/office/drawing/2014/main" val="20004"/>
                    </a:ext>
                  </a:extLst>
                </a:gridCol>
                <a:gridCol w="1991781">
                  <a:extLst>
                    <a:ext uri="{9D8B030D-6E8A-4147-A177-3AD203B41FA5}">
                      <a16:colId xmlns:a16="http://schemas.microsoft.com/office/drawing/2014/main" val="20005"/>
                    </a:ext>
                  </a:extLst>
                </a:gridCol>
              </a:tblGrid>
              <a:tr h="593015">
                <a:tc>
                  <a:txBody>
                    <a:bodyPr/>
                    <a:lstStyle/>
                    <a:p>
                      <a:pPr>
                        <a:buNone/>
                      </a:pPr>
                      <a:r>
                        <a:rPr lang="en-IN" sz="1200" dirty="0">
                          <a:solidFill>
                            <a:schemeClr val="tx1"/>
                          </a:solidFill>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buNone/>
                      </a:pPr>
                      <a:r>
                        <a:rPr lang="en-IN" sz="1200" dirty="0">
                          <a:solidFill>
                            <a:schemeClr val="tx1"/>
                          </a:solidFill>
                        </a:rPr>
                        <a:t>Paper Title &amp; Year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buNone/>
                      </a:pPr>
                      <a:r>
                        <a:rPr lang="en-IN" sz="1200" dirty="0">
                          <a:solidFill>
                            <a:schemeClr val="tx1"/>
                          </a:solidFill>
                        </a:rPr>
                        <a:t>Authors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buNone/>
                      </a:pPr>
                      <a:r>
                        <a:rPr lang="en-IN" sz="1200" dirty="0">
                          <a:solidFill>
                            <a:schemeClr val="tx1"/>
                          </a:solidFill>
                        </a:rPr>
                        <a:t>Drawbacks / Limitations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buNone/>
                      </a:pPr>
                      <a:r>
                        <a:rPr lang="en-IN" sz="1200" dirty="0">
                          <a:solidFill>
                            <a:schemeClr val="tx1"/>
                          </a:solidFill>
                        </a:rPr>
                        <a:t>What It Contributes to Our Project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buNone/>
                      </a:pPr>
                      <a:r>
                        <a:rPr lang="en-IN" sz="1200" dirty="0">
                          <a:solidFill>
                            <a:schemeClr val="tx1"/>
                          </a:solidFill>
                        </a:rPr>
                        <a:t>Link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0"/>
                  </a:ext>
                </a:extLst>
              </a:tr>
              <a:tr h="1057862">
                <a:tc>
                  <a:txBody>
                    <a:bodyPr/>
                    <a:lstStyle/>
                    <a:p>
                      <a:pPr>
                        <a:buNone/>
                      </a:pPr>
                      <a:r>
                        <a:rPr lang="en-IN" sz="1200" b="1">
                          <a:solidFill>
                            <a:schemeClr val="tx1"/>
                          </a:solidFill>
                        </a:rPr>
                        <a:t>1</a:t>
                      </a:r>
                      <a:endParaRPr lang="en-IN" sz="120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b="1" dirty="0"/>
                        <a:t>Biodiversity data integration—the significance of data resolution and domain – 2019</a:t>
                      </a:r>
                      <a:endParaRPr lang="en-IN"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dirty="0"/>
                        <a:t>Christian König et al.</a:t>
                      </a:r>
                    </a:p>
                    <a:p>
                      <a:pPr>
                        <a:buNone/>
                      </a:pP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Integrating heterogeneous biodiversity data is difficult because of differences in scale, purpose and terminology.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Supports our need to integrate species, environmental and geographical datasets into a common platform.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200" dirty="0"/>
                        <a:t>https://</a:t>
                      </a:r>
                      <a:r>
                        <a:rPr lang="en-IN" sz="1200" dirty="0" err="1"/>
                        <a:t>journals.plos.org</a:t>
                      </a:r>
                      <a:r>
                        <a:rPr lang="en-IN" sz="1200" dirty="0"/>
                        <a:t>/</a:t>
                      </a:r>
                      <a:r>
                        <a:rPr lang="en-IN" sz="1200" dirty="0" err="1"/>
                        <a:t>plosbiology</a:t>
                      </a:r>
                      <a:r>
                        <a:rPr lang="en-IN" sz="1200" dirty="0"/>
                        <a:t>/</a:t>
                      </a:r>
                      <a:r>
                        <a:rPr lang="en-IN" sz="1200" dirty="0" err="1"/>
                        <a:t>article?id</a:t>
                      </a:r>
                      <a:r>
                        <a:rPr lang="en-IN" sz="1200" dirty="0"/>
                        <a:t>=10.1371/journal.pbio.3000183</a:t>
                      </a: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57862">
                <a:tc>
                  <a:txBody>
                    <a:bodyPr/>
                    <a:lstStyle/>
                    <a:p>
                      <a:pPr>
                        <a:buNone/>
                      </a:pPr>
                      <a:r>
                        <a:rPr lang="en-IN" sz="1200" b="1">
                          <a:solidFill>
                            <a:schemeClr val="tx1"/>
                          </a:solidFill>
                        </a:rPr>
                        <a:t>2</a:t>
                      </a:r>
                      <a:endParaRPr lang="en-IN" sz="120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b="1" dirty="0"/>
                        <a:t>The GBIF Integrated Publishing Toolkit – 2014</a:t>
                      </a:r>
                      <a:endParaRPr lang="en-IN"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dirty="0"/>
                        <a:t>Tim Robertson et al.</a:t>
                      </a:r>
                    </a:p>
                    <a:p>
                      <a:pPr>
                        <a:buNone/>
                      </a:pPr>
                      <a:r>
                        <a:rPr lang="en-IN" sz="1200" b="1" dirty="0">
                          <a:solidFill>
                            <a:schemeClr val="tx1"/>
                          </a:solidFill>
                        </a:rPr>
                        <a:t>.</a:t>
                      </a: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Biodiversity data is historically dispersed and heterogeneous, making interoperability difficult.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Supports standardized collection and integration of biodiversity occurrence data from different 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200" dirty="0">
                          <a:solidFill>
                            <a:schemeClr val="tx1"/>
                          </a:solidFill>
                        </a:rPr>
                        <a:t>https://</a:t>
                      </a:r>
                      <a:r>
                        <a:rPr lang="en-IN" sz="1200" dirty="0" err="1">
                          <a:solidFill>
                            <a:schemeClr val="tx1"/>
                          </a:solidFill>
                        </a:rPr>
                        <a:t>journals.plos.org</a:t>
                      </a:r>
                      <a:r>
                        <a:rPr lang="en-IN" sz="1200" dirty="0">
                          <a:solidFill>
                            <a:schemeClr val="tx1"/>
                          </a:solidFill>
                        </a:rPr>
                        <a:t>/</a:t>
                      </a:r>
                      <a:r>
                        <a:rPr lang="en-IN" sz="1200" dirty="0" err="1">
                          <a:solidFill>
                            <a:schemeClr val="tx1"/>
                          </a:solidFill>
                        </a:rPr>
                        <a:t>plosone</a:t>
                      </a:r>
                      <a:r>
                        <a:rPr lang="en-IN" sz="1200" dirty="0">
                          <a:solidFill>
                            <a:schemeClr val="tx1"/>
                          </a:solidFill>
                        </a:rPr>
                        <a:t>/</a:t>
                      </a:r>
                      <a:r>
                        <a:rPr lang="en-IN" sz="1200" dirty="0" err="1">
                          <a:solidFill>
                            <a:schemeClr val="tx1"/>
                          </a:solidFill>
                        </a:rPr>
                        <a:t>article?id</a:t>
                      </a:r>
                      <a:r>
                        <a:rPr lang="en-IN" sz="1200" dirty="0">
                          <a:solidFill>
                            <a:schemeClr val="tx1"/>
                          </a:solidFill>
                        </a:rPr>
                        <a:t>=10.1371/journal.pone.0102623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057862">
                <a:tc>
                  <a:txBody>
                    <a:bodyPr/>
                    <a:lstStyle/>
                    <a:p>
                      <a:pPr>
                        <a:buNone/>
                      </a:pPr>
                      <a:r>
                        <a:rPr lang="en-IN" sz="1200" b="1">
                          <a:solidFill>
                            <a:schemeClr val="tx1"/>
                          </a:solidFill>
                        </a:rPr>
                        <a:t>3</a:t>
                      </a:r>
                      <a:endParaRPr lang="en-IN" sz="120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400" b="1" dirty="0">
                          <a:effectLst/>
                        </a:rPr>
                        <a:t>Data integration enables global biodiversity synthesis – 2021</a:t>
                      </a:r>
                      <a:endParaRPr lang="en-IN" sz="1400" dirty="0">
                        <a:effectLst/>
                      </a:endParaRPr>
                    </a:p>
                  </a:txBody>
                  <a:tcPr marL="114300" marR="1143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200" dirty="0">
                          <a:effectLst/>
                        </a:rPr>
                        <a:t>J. Mason Heberling et al.</a:t>
                      </a:r>
                    </a:p>
                  </a:txBody>
                  <a:tcPr marL="114300" marR="1143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dirty="0"/>
                        <a:t>Biodiversity datasets are distributed across many sources and require integration for large-scale analysis.</a:t>
                      </a:r>
                    </a:p>
                    <a:p>
                      <a:pPr>
                        <a:buNone/>
                      </a:pPr>
                      <a:endParaRPr lang="en-IN" dirty="0">
                        <a:effectLst/>
                      </a:endParaRPr>
                    </a:p>
                  </a:txBody>
                  <a:tcPr marL="114300" marR="1143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t>Demonstrates the value of integrating biodiversity datasets for spatial, temporal and taxonomic analysis.</a:t>
                      </a:r>
                    </a:p>
                    <a:p>
                      <a:pPr>
                        <a:buNone/>
                      </a:pPr>
                      <a:endParaRPr lang="en-IN" sz="1400" dirty="0">
                        <a:effectLst/>
                      </a:endParaRPr>
                    </a:p>
                  </a:txBody>
                  <a:tcPr marL="114300" marR="1143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200" dirty="0"/>
                        <a:t>https://</a:t>
                      </a:r>
                      <a:r>
                        <a:rPr lang="en-IN" sz="1200" dirty="0" err="1"/>
                        <a:t>www.pnas.org</a:t>
                      </a:r>
                      <a:r>
                        <a:rPr lang="en-IN" sz="1200" dirty="0"/>
                        <a:t>/</a:t>
                      </a:r>
                      <a:r>
                        <a:rPr lang="en-IN" sz="1200" dirty="0" err="1"/>
                        <a:t>doi</a:t>
                      </a:r>
                      <a:r>
                        <a:rPr lang="en-IN" sz="1200" dirty="0"/>
                        <a:t>/full/10.1073/pnas.2018093118</a:t>
                      </a: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057862">
                <a:tc>
                  <a:txBody>
                    <a:bodyPr/>
                    <a:lstStyle/>
                    <a:p>
                      <a:pPr>
                        <a:buNone/>
                      </a:pPr>
                      <a:r>
                        <a:rPr lang="en-IN" sz="1200" b="1">
                          <a:solidFill>
                            <a:schemeClr val="tx1"/>
                          </a:solidFill>
                        </a:rPr>
                        <a:t>4</a:t>
                      </a:r>
                      <a:endParaRPr lang="en-IN" sz="120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b="1" dirty="0"/>
                        <a:t>Quantification of habitat fragmentation reveals extinction risk in terrestrial mammals – 2017</a:t>
                      </a:r>
                      <a:endParaRPr lang="en-IN"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Kevin R. Crooks et 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dirty="0"/>
                        <a:t>Focuses mainly on habitat fragmentation and terrestrial mammals rather than combining multiple threat factors.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Shows how habitat fragmentation and geographical information can be used to </a:t>
                      </a:r>
                      <a:r>
                        <a:rPr lang="en-IN" sz="1200" dirty="0" err="1"/>
                        <a:t>analyze</a:t>
                      </a:r>
                      <a:r>
                        <a:rPr lang="en-IN" sz="1200" dirty="0"/>
                        <a:t> extinction risk and identify conservation hotspots.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200" dirty="0"/>
                        <a:t>https://</a:t>
                      </a:r>
                      <a:r>
                        <a:rPr lang="en-IN" sz="1200" dirty="0" err="1"/>
                        <a:t>www.pnas.org</a:t>
                      </a:r>
                      <a:r>
                        <a:rPr lang="en-IN" sz="1200" dirty="0"/>
                        <a:t>/</a:t>
                      </a:r>
                      <a:r>
                        <a:rPr lang="en-IN" sz="1200" dirty="0" err="1"/>
                        <a:t>doi</a:t>
                      </a:r>
                      <a:r>
                        <a:rPr lang="en-IN" sz="1200" dirty="0"/>
                        <a:t>/full/10.1073/pnas.1705769114</a:t>
                      </a: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057862">
                <a:tc>
                  <a:txBody>
                    <a:bodyPr/>
                    <a:lstStyle/>
                    <a:p>
                      <a:pPr>
                        <a:buNone/>
                      </a:pPr>
                      <a:r>
                        <a:rPr lang="en-IN" sz="1200" b="1" dirty="0">
                          <a:solidFill>
                            <a:schemeClr val="tx1"/>
                          </a:solidFill>
                        </a:rPr>
                        <a:t>5</a:t>
                      </a: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b="1" dirty="0"/>
                        <a:t>Predicting the conservation status of data-deficient species – 2015</a:t>
                      </a:r>
                      <a:endParaRPr lang="en-IN"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Lucie M. Bland et 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dirty="0"/>
                        <a:t>Focuses on data-deficient terrestrial mammals and predictive modelling rather than an integrated data platform</a:t>
                      </a:r>
                      <a:r>
                        <a:rPr lang="en-IN" sz="12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en-IN" sz="1200" dirty="0"/>
                        <a:t>Supports using species life-history, geography and threat information as features for extinction-risk analysis.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buNone/>
                      </a:pPr>
                      <a:r>
                        <a:rPr lang="en-IN" sz="1200" dirty="0"/>
                        <a:t>https://</a:t>
                      </a:r>
                      <a:r>
                        <a:rPr lang="en-IN" sz="1200" dirty="0" err="1"/>
                        <a:t>conbio.onlinelibrary.wiley.com</a:t>
                      </a:r>
                      <a:r>
                        <a:rPr lang="en-IN" sz="1200" dirty="0"/>
                        <a:t>/</a:t>
                      </a:r>
                      <a:r>
                        <a:rPr lang="en-IN" sz="1200" dirty="0" err="1"/>
                        <a:t>doi</a:t>
                      </a:r>
                      <a:r>
                        <a:rPr lang="en-IN" sz="1200" dirty="0"/>
                        <a:t>/</a:t>
                      </a:r>
                      <a:r>
                        <a:rPr lang="en-IN" sz="1200" dirty="0" err="1"/>
                        <a:t>epdf</a:t>
                      </a:r>
                      <a:r>
                        <a:rPr lang="en-IN" sz="1200" dirty="0"/>
                        <a:t>/10.1111/cobi.12372</a:t>
                      </a:r>
                      <a:endParaRPr lang="en-IN" sz="1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56977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96B25F-1BBC-028F-2886-86951B4AA813}"/>
              </a:ext>
            </a:extLst>
          </p:cNvPr>
          <p:cNvSpPr>
            <a:spLocks noGrp="1"/>
          </p:cNvSpPr>
          <p:nvPr>
            <p:ph type="title"/>
          </p:nvPr>
        </p:nvSpPr>
        <p:spPr>
          <a:xfrm>
            <a:off x="729827" y="768096"/>
            <a:ext cx="4189307" cy="658368"/>
          </a:xfrm>
        </p:spPr>
        <p:txBody>
          <a:bodyPr/>
          <a:lstStyle/>
          <a:p>
            <a:r>
              <a:rPr lang="en-IN" dirty="0"/>
              <a:t>System Architecture</a:t>
            </a:r>
            <a:endParaRPr lang="en-US" dirty="0"/>
          </a:p>
        </p:txBody>
      </p:sp>
      <p:pic>
        <p:nvPicPr>
          <p:cNvPr id="16" name="Picture Placeholder 15" descr="Close up of peacock feathers">
            <a:extLst>
              <a:ext uri="{FF2B5EF4-FFF2-40B4-BE49-F238E27FC236}">
                <a16:creationId xmlns:a16="http://schemas.microsoft.com/office/drawing/2014/main" id="{7305B876-E28E-D690-C27B-94A45B156599}"/>
              </a:ext>
            </a:extLst>
          </p:cNvPr>
          <p:cNvPicPr>
            <a:picLocks noGrp="1" noChangeAspect="1"/>
          </p:cNvPicPr>
          <p:nvPr>
            <p:ph type="pic" sz="quarter" idx="12"/>
          </p:nvPr>
        </p:nvPicPr>
        <p:blipFill>
          <a:blip r:embed="rId2"/>
          <a:srcRect l="34" r="34"/>
          <a:stretch/>
        </p:blipFill>
        <p:spPr>
          <a:xfrm>
            <a:off x="0" y="0"/>
            <a:ext cx="12192000" cy="658368"/>
          </a:xfrm>
        </p:spPr>
      </p:pic>
      <p:sp>
        <p:nvSpPr>
          <p:cNvPr id="3" name="Content Placeholder 2">
            <a:extLst>
              <a:ext uri="{FF2B5EF4-FFF2-40B4-BE49-F238E27FC236}">
                <a16:creationId xmlns:a16="http://schemas.microsoft.com/office/drawing/2014/main" id="{8101A2CC-783A-DE80-F42B-BCA7AA9C84FD}"/>
              </a:ext>
            </a:extLst>
          </p:cNvPr>
          <p:cNvSpPr>
            <a:spLocks noGrp="1"/>
          </p:cNvSpPr>
          <p:nvPr>
            <p:ph sz="quarter" idx="15"/>
          </p:nvPr>
        </p:nvSpPr>
        <p:spPr>
          <a:xfrm>
            <a:off x="1718201" y="1604065"/>
            <a:ext cx="8618873" cy="4187134"/>
          </a:xfrm>
        </p:spPr>
        <p:txBody>
          <a:bodyPr/>
          <a:lstStyle/>
          <a:p>
            <a:r>
              <a:rPr lang="en-IN" sz="2000" dirty="0">
                <a:latin typeface="Times New Roman" panose="02020603050405020304" pitchFamily="18" charset="0"/>
                <a:cs typeface="Times New Roman" panose="02020603050405020304" pitchFamily="18" charset="0"/>
              </a:rPr>
              <a:t>The proposed system follows a structured data pipeline for collecting, processing, analyzing, and visualizing animal extinction-related information. Data is collected from multiple sources such as </a:t>
            </a:r>
            <a:r>
              <a:rPr lang="en-IN" sz="2000" b="1" dirty="0">
                <a:latin typeface="Times New Roman" panose="02020603050405020304" pitchFamily="18" charset="0"/>
                <a:cs typeface="Times New Roman" panose="02020603050405020304" pitchFamily="18" charset="0"/>
              </a:rPr>
              <a:t>IUCN, GBIF, climate data, and other relevant datasets</a:t>
            </a:r>
            <a:r>
              <a:rPr lang="en-IN" sz="2000" dirty="0">
                <a:latin typeface="Times New Roman" panose="02020603050405020304" pitchFamily="18" charset="0"/>
                <a:cs typeface="Times New Roman" panose="02020603050405020304" pitchFamily="18" charset="0"/>
              </a:rPr>
              <a:t> and passed through the </a:t>
            </a:r>
            <a:r>
              <a:rPr lang="en-IN" sz="2000" b="1" dirty="0">
                <a:latin typeface="Times New Roman" panose="02020603050405020304" pitchFamily="18" charset="0"/>
                <a:cs typeface="Times New Roman" panose="02020603050405020304" pitchFamily="18" charset="0"/>
              </a:rPr>
              <a:t>data ingestion layer</a:t>
            </a:r>
            <a:r>
              <a:rPr lang="en-IN" sz="2000" dirty="0">
                <a:latin typeface="Times New Roman" panose="02020603050405020304" pitchFamily="18" charset="0"/>
                <a:cs typeface="Times New Roman" panose="02020603050405020304" pitchFamily="18" charset="0"/>
              </a:rPr>
              <a:t>. The raw data is then stored before undergoing </a:t>
            </a:r>
            <a:r>
              <a:rPr lang="en-IN" sz="2000" b="1" dirty="0">
                <a:latin typeface="Times New Roman" panose="02020603050405020304" pitchFamily="18" charset="0"/>
                <a:cs typeface="Times New Roman" panose="02020603050405020304" pitchFamily="18" charset="0"/>
              </a:rPr>
              <a:t>ELT processing</a:t>
            </a:r>
            <a:r>
              <a:rPr lang="en-IN" sz="2000" dirty="0">
                <a:latin typeface="Times New Roman" panose="02020603050405020304" pitchFamily="18" charset="0"/>
                <a:cs typeface="Times New Roman" panose="02020603050405020304" pitchFamily="18" charset="0"/>
              </a:rPr>
              <a:t>, where it is cleaned, transformed, and integrated into a common structure. The processed data is used for </a:t>
            </a:r>
            <a:r>
              <a:rPr lang="en-IN" sz="2000" b="1" dirty="0">
                <a:latin typeface="Times New Roman" panose="02020603050405020304" pitchFamily="18" charset="0"/>
                <a:cs typeface="Times New Roman" panose="02020603050405020304" pitchFamily="18" charset="0"/>
              </a:rPr>
              <a:t>data analytics</a:t>
            </a:r>
            <a:r>
              <a:rPr lang="en-IN" sz="2000" dirty="0">
                <a:latin typeface="Times New Roman" panose="02020603050405020304" pitchFamily="18" charset="0"/>
                <a:cs typeface="Times New Roman" panose="02020603050405020304" pitchFamily="18" charset="0"/>
              </a:rPr>
              <a:t> to study species information, population trends, threats, and geographical distribution. </a:t>
            </a:r>
            <a:r>
              <a:rPr lang="en-IN" sz="2000" b="1" dirty="0">
                <a:latin typeface="Times New Roman" panose="02020603050405020304" pitchFamily="18" charset="0"/>
                <a:cs typeface="Times New Roman" panose="02020603050405020304" pitchFamily="18" charset="0"/>
              </a:rPr>
              <a:t>AI/ML techniques</a:t>
            </a:r>
            <a:r>
              <a:rPr lang="en-IN" sz="2000" dirty="0">
                <a:latin typeface="Times New Roman" panose="02020603050405020304" pitchFamily="18" charset="0"/>
                <a:cs typeface="Times New Roman" panose="02020603050405020304" pitchFamily="18" charset="0"/>
              </a:rPr>
              <a:t> are then used to identify patterns related to extinction risk. Finally, the results are presented through a </a:t>
            </a:r>
            <a:r>
              <a:rPr lang="en-IN" sz="2000" b="1" dirty="0">
                <a:latin typeface="Times New Roman" panose="02020603050405020304" pitchFamily="18" charset="0"/>
                <a:cs typeface="Times New Roman" panose="02020603050405020304" pitchFamily="18" charset="0"/>
              </a:rPr>
              <a:t>web dashboard with interactive charts and maps</a:t>
            </a:r>
            <a:r>
              <a:rPr lang="en-IN" sz="2000" dirty="0">
                <a:latin typeface="Times New Roman" panose="02020603050405020304" pitchFamily="18" charset="0"/>
                <a:cs typeface="Times New Roman" panose="02020603050405020304" pitchFamily="18" charset="0"/>
              </a:rPr>
              <a:t>, making the insights easier to understand and interpret.</a:t>
            </a:r>
          </a:p>
        </p:txBody>
      </p:sp>
    </p:spTree>
    <p:extLst>
      <p:ext uri="{BB962C8B-B14F-4D97-AF65-F5344CB8AC3E}">
        <p14:creationId xmlns:p14="http://schemas.microsoft.com/office/powerpoint/2010/main" val="6835206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A6186EB-BDD7-EB35-9D30-9EB9AB701596}"/>
              </a:ext>
            </a:extLst>
          </p:cNvPr>
          <p:cNvPicPr>
            <a:picLocks noChangeAspect="1"/>
          </p:cNvPicPr>
          <p:nvPr/>
        </p:nvPicPr>
        <p:blipFill>
          <a:blip r:embed="rId2"/>
          <a:stretch>
            <a:fillRect/>
          </a:stretch>
        </p:blipFill>
        <p:spPr>
          <a:xfrm>
            <a:off x="120650" y="441325"/>
            <a:ext cx="11950700" cy="5975350"/>
          </a:xfrm>
          <a:prstGeom prst="rect">
            <a:avLst/>
          </a:prstGeom>
          <a:noFill/>
        </p:spPr>
      </p:pic>
    </p:spTree>
    <p:extLst>
      <p:ext uri="{BB962C8B-B14F-4D97-AF65-F5344CB8AC3E}">
        <p14:creationId xmlns:p14="http://schemas.microsoft.com/office/powerpoint/2010/main" val="4008064799"/>
      </p:ext>
    </p:extLst>
  </p:cSld>
  <p:clrMapOvr>
    <a:masterClrMapping/>
  </p:clrMapOvr>
</p:sld>
</file>

<file path=ppt/theme/theme1.xml><?xml version="1.0" encoding="utf-8"?>
<a:theme xmlns:a="http://schemas.openxmlformats.org/drawingml/2006/main" name="Custom">
  <a:themeElements>
    <a:clrScheme name="Custom 14">
      <a:dk1>
        <a:srgbClr val="000000"/>
      </a:dk1>
      <a:lt1>
        <a:srgbClr val="FFFFFF"/>
      </a:lt1>
      <a:dk2>
        <a:srgbClr val="1C4C3C"/>
      </a:dk2>
      <a:lt2>
        <a:srgbClr val="E7E6E6"/>
      </a:lt2>
      <a:accent1>
        <a:srgbClr val="8FA971"/>
      </a:accent1>
      <a:accent2>
        <a:srgbClr val="345496"/>
      </a:accent2>
      <a:accent3>
        <a:srgbClr val="BD7B28"/>
      </a:accent3>
      <a:accent4>
        <a:srgbClr val="00698A"/>
      </a:accent4>
      <a:accent5>
        <a:srgbClr val="648260"/>
      </a:accent5>
      <a:accent6>
        <a:srgbClr val="F1EAE0"/>
      </a:accent6>
      <a:hlink>
        <a:srgbClr val="1B4C3C"/>
      </a:hlink>
      <a:folHlink>
        <a:srgbClr val="BD7B27"/>
      </a:folHlink>
    </a:clrScheme>
    <a:fontScheme name="Custom 12">
      <a:majorFont>
        <a:latin typeface="Avenir Next LT Pro"/>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ature course presentation_win32_EF_v3" id="{6402AD57-DE70-4CBC-820B-73D40CB74EE1}" vid="{026A6399-DEC0-4FFB-89AD-D1F0CBCEBF7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CC7764E-1B88-4813-902C-6714719B42F3}">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1CD4AE2-8CDF-460B-B8DD-E25B2976266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34B83F-6906-4689-98C9-AAA52DE98A6C}">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Nature course presentation</Template>
  <TotalTime>119</TotalTime>
  <Words>840</Words>
  <Application>Microsoft Macintosh PowerPoint</Application>
  <PresentationFormat>Widescreen</PresentationFormat>
  <Paragraphs>57</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Avenir Next LT Pro</vt:lpstr>
      <vt:lpstr>Avenir Next LT Pro Light</vt:lpstr>
      <vt:lpstr>Calibri</vt:lpstr>
      <vt:lpstr>Times New Roman</vt:lpstr>
      <vt:lpstr>Custom</vt:lpstr>
      <vt:lpstr>GLOBAL ANIMAL EXTINCTION INTELLIGENCE PLATFORM</vt:lpstr>
      <vt:lpstr>Abstract</vt:lpstr>
      <vt:lpstr>Introduction</vt:lpstr>
      <vt:lpstr>objectives</vt:lpstr>
      <vt:lpstr>PowerPoint Presentation</vt:lpstr>
      <vt:lpstr>System Architecture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bhanu</dc:creator>
  <cp:lastModifiedBy>RAMAVATH BHANU PRASAD 2420090082</cp:lastModifiedBy>
  <cp:revision>5</cp:revision>
  <dcterms:created xsi:type="dcterms:W3CDTF">2026-08-27T17:23:25Z</dcterms:created>
  <dcterms:modified xsi:type="dcterms:W3CDTF">2026-09-15T09:14:23Z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